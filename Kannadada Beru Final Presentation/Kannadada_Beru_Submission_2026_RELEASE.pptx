
<file path=[Content_Types].xml><?xml version="1.0" encoding="utf-8"?>
<Types xmlns="http://schemas.openxmlformats.org/package/2006/content-types">
  <Default Extension="xml" ContentType="application/vnd.openxmlformats-package.core-properties+xml"/>
  <Default Extension="bin" ContentType="image/webp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9bfa772cb34e90" /><Relationship Type="http://schemas.openxmlformats.org/officeDocument/2006/relationships/extended-properties" Target="/docProps/app.xml" Id="Rb66a35e93f6a4f59" /><Relationship Type="http://schemas.openxmlformats.org/officeDocument/2006/relationships/officeDocument" Target="/ppt/presentation.xml" Id="Rf1378621aa1348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c660d234b5f4321"/>
  </p:sldMasterIdLst>
  <p:notesMasterIdLst>
    <p:notesMasterId xmlns:r="http://schemas.openxmlformats.org/officeDocument/2006/relationships" r:id="R872e0cfabf7d4a08"/>
  </p:notesMasterIdLst>
  <p:sldIdLst>
    <p:sldId xmlns:r="http://schemas.openxmlformats.org/officeDocument/2006/relationships" id="256" r:id="Rdd9462e58a094abd"/>
    <p:sldId xmlns:r="http://schemas.openxmlformats.org/officeDocument/2006/relationships" id="257" r:id="R031ad77edaba490f"/>
    <p:sldId xmlns:r="http://schemas.openxmlformats.org/officeDocument/2006/relationships" id="258" r:id="Rbac4685f2de34e69"/>
    <p:sldId xmlns:r="http://schemas.openxmlformats.org/officeDocument/2006/relationships" id="259" r:id="R785cfaf51ae7452e"/>
    <p:sldId xmlns:r="http://schemas.openxmlformats.org/officeDocument/2006/relationships" id="260" r:id="Ra059b93f9f404325"/>
    <p:sldId xmlns:r="http://schemas.openxmlformats.org/officeDocument/2006/relationships" id="261" r:id="Rbd73691dba7e48b4"/>
    <p:sldId xmlns:r="http://schemas.openxmlformats.org/officeDocument/2006/relationships" id="262" r:id="Rca567ebdc52042e8"/>
    <p:sldId xmlns:r="http://schemas.openxmlformats.org/officeDocument/2006/relationships" id="263" r:id="Re01b27bc1b094dec"/>
    <p:sldId xmlns:r="http://schemas.openxmlformats.org/officeDocument/2006/relationships" id="264" r:id="R22e5652aa6bc4e59"/>
    <p:sldId xmlns:r="http://schemas.openxmlformats.org/officeDocument/2006/relationships" id="265" r:id="R30db8a4dab004b5f"/>
    <p:sldId xmlns:r="http://schemas.openxmlformats.org/officeDocument/2006/relationships" id="266" r:id="R6fcd29cc0a0142dd"/>
    <p:sldId xmlns:r="http://schemas.openxmlformats.org/officeDocument/2006/relationships" id="267" r:id="Rd46b3d1d23f04b85"/>
    <p:sldId xmlns:r="http://schemas.openxmlformats.org/officeDocument/2006/relationships" id="268" r:id="R475225e3c23e416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9c3fc0f6c3243c0" /><Relationship Type="http://schemas.openxmlformats.org/officeDocument/2006/relationships/slideMaster" Target="/ppt/slideMasters/slideMaster1.xml" Id="R9c660d234b5f4321" /><Relationship Type="http://schemas.openxmlformats.org/officeDocument/2006/relationships/notesMaster" Target="/ppt/notesMasters/notesMaster1.xml" Id="R872e0cfabf7d4a08" /><Relationship Type="http://schemas.openxmlformats.org/officeDocument/2006/relationships/presProps" Target="/ppt/presProps.xml" Id="Rce6694e7b24d4215" /><Relationship Type="http://schemas.openxmlformats.org/officeDocument/2006/relationships/tableStyles" Target="/ppt/tableStyles.xml" Id="R70086ad658fb49e8" /><Relationship Type="http://schemas.openxmlformats.org/officeDocument/2006/relationships/slide" Target="/ppt/slides/slide1.xml" Id="Rdd9462e58a094abd" /><Relationship Type="http://schemas.openxmlformats.org/officeDocument/2006/relationships/slide" Target="/ppt/slides/slide2.xml" Id="R031ad77edaba490f" /><Relationship Type="http://schemas.openxmlformats.org/officeDocument/2006/relationships/slide" Target="/ppt/slides/slide3.xml" Id="Rbac4685f2de34e69" /><Relationship Type="http://schemas.openxmlformats.org/officeDocument/2006/relationships/slide" Target="/ppt/slides/slide4.xml" Id="R785cfaf51ae7452e" /><Relationship Type="http://schemas.openxmlformats.org/officeDocument/2006/relationships/slide" Target="/ppt/slides/slide5.xml" Id="Ra059b93f9f404325" /><Relationship Type="http://schemas.openxmlformats.org/officeDocument/2006/relationships/slide" Target="/ppt/slides/slide6.xml" Id="Rbd73691dba7e48b4" /><Relationship Type="http://schemas.openxmlformats.org/officeDocument/2006/relationships/slide" Target="/ppt/slides/slide7.xml" Id="Rca567ebdc52042e8" /><Relationship Type="http://schemas.openxmlformats.org/officeDocument/2006/relationships/slide" Target="/ppt/slides/slide8.xml" Id="Re01b27bc1b094dec" /><Relationship Type="http://schemas.openxmlformats.org/officeDocument/2006/relationships/slide" Target="/ppt/slides/slide9.xml" Id="R22e5652aa6bc4e59" /><Relationship Type="http://schemas.openxmlformats.org/officeDocument/2006/relationships/slide" Target="/ppt/slides/slide10.xml" Id="R30db8a4dab004b5f" /><Relationship Type="http://schemas.openxmlformats.org/officeDocument/2006/relationships/slide" Target="/ppt/slides/slide11.xml" Id="R6fcd29cc0a0142dd" /><Relationship Type="http://schemas.openxmlformats.org/officeDocument/2006/relationships/slide" Target="/ppt/slides/slide12.xml" Id="Rd46b3d1d23f04b85" /><Relationship Type="http://schemas.openxmlformats.org/officeDocument/2006/relationships/slide" Target="/ppt/slides/slide13.xml" Id="R475225e3c23e416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09e2ee93e964b0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2921b4a15144422" /><Relationship Type="http://schemas.openxmlformats.org/officeDocument/2006/relationships/notesMaster" Target="/ppt/notesMasters/notesMaster1.xml" Id="Rc2a2ed97593c49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641e00a1ae94d56" /><Relationship Type="http://schemas.openxmlformats.org/officeDocument/2006/relationships/notesMaster" Target="/ppt/notesMasters/notesMaster1.xml" Id="Rb672014006174e5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c74aeffeb0c4dbc" /><Relationship Type="http://schemas.openxmlformats.org/officeDocument/2006/relationships/notesMaster" Target="/ppt/notesMasters/notesMaster1.xml" Id="Ref8f93ca7d84406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eb2167bc9414d6f" /><Relationship Type="http://schemas.openxmlformats.org/officeDocument/2006/relationships/notesMaster" Target="/ppt/notesMasters/notesMaster1.xml" Id="Rbda79f4e0310411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089e4f0529c4a1a" /><Relationship Type="http://schemas.openxmlformats.org/officeDocument/2006/relationships/notesMaster" Target="/ppt/notesMasters/notesMaster1.xml" Id="Rda23f9e48a984ca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61419231b094b4c" /><Relationship Type="http://schemas.openxmlformats.org/officeDocument/2006/relationships/notesMaster" Target="/ppt/notesMasters/notesMaster1.xml" Id="R9f4d084ece4f480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b031ba7a88c480c" /><Relationship Type="http://schemas.openxmlformats.org/officeDocument/2006/relationships/notesMaster" Target="/ppt/notesMasters/notesMaster1.xml" Id="R2101496adefd4a4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9d0556040604853" /><Relationship Type="http://schemas.openxmlformats.org/officeDocument/2006/relationships/notesMaster" Target="/ppt/notesMasters/notesMaster1.xml" Id="R67e1c0f183764d4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949d4e3caa436c" /><Relationship Type="http://schemas.openxmlformats.org/officeDocument/2006/relationships/notesMaster" Target="/ppt/notesMasters/notesMaster1.xml" Id="Rbad0fa3c2f54494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80018b0191a41a0" /><Relationship Type="http://schemas.openxmlformats.org/officeDocument/2006/relationships/notesMaster" Target="/ppt/notesMasters/notesMaster1.xml" Id="R2e4044711f04481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0afc1ff999b4621" /><Relationship Type="http://schemas.openxmlformats.org/officeDocument/2006/relationships/notesMaster" Target="/ppt/notesMasters/notesMaster1.xml" Id="R08ef2b3cf4904de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ac8e0c6ced046df" /><Relationship Type="http://schemas.openxmlformats.org/officeDocument/2006/relationships/notesMaster" Target="/ppt/notesMasters/notesMaster1.xml" Id="R87be34c2715341d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aaffc2a35254afd" /><Relationship Type="http://schemas.openxmlformats.org/officeDocument/2006/relationships/notesMaster" Target="/ppt/notesMasters/notesMaster1.xml" Id="R43248f19c68a4d5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core idea: Kannada changes across place and community, and the product keeps those stories discoverable without inventing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challenge is not a lack of words. It is the loss of context, ownership and evidence when regional language moves online.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Live product: https://kannadada-beru.vercel.app/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published regional text sources are Kannada OneIndia (15 June 2010) and The New Indian Express (5 November 2023).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Geography source: DataMeet Community Maps Project, Census 2011 edition. Current district directory links use official Karnataka district sources.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Dictionary: V. Krishna's Alar Kannada-English Dictionary, ODC-ODbL 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Research framing draws on the 2025 Kannada dialect identification study and A Manual of Modern Kannada.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Wikimedia Commons category Files uploaded by spell4wiki in kn. Exact file pages and checksums: public/audio/kannada/manifest.json.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https://github.com/iiscleap/NISP-Dataset ; https://www.openslr.org/79/ ; https://spiredatasets.ee.iisc.ac.in/respincorpus ; https://data.ldcil.org/kannada-raw-speech-corpus. Verified 21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public contribution flow uses versioned local browser storage and explicit JSON export. Regional recording template: public/templates/regional-recording-intake.md.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details: docs/ARCHITECTURE.md in the repository.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Release verification run on 21 October 2026. The final live URL must be checked again after deployment.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live demo and the project's respect-first standard for regional language.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6c99699df44ca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953944e6f04ae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f26a6cac854c0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07164752b7410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4fe6d5a9a142b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5d2c3ce06c4ad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48C1275-2152-4F0F-AC1A-03810E567E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A1FA12A-B4CF-413F-8C3D-14C0AEA4141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EA3D81F-A306-4C31-8DC6-99B4DF2DE3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994D4A2-00F7-4792-A319-5FF7948CB67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BA38075-4FCF-481A-AD01-3732622F8B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A9FC605-D031-4221-8C58-CA6106D02A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B9D0D72-BA42-45CD-98D0-3A74570995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C59FD1E-AE4F-424D-8D44-A03B71BDC79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F136389-AB12-46B6-B082-47E4559E00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6205AFE-DCA2-45D5-AEE6-116485D630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0ff1f87be3c458c" /><Relationship Type="http://schemas.openxmlformats.org/officeDocument/2006/relationships/slideLayout" Target="/ppt/slideLayouts/slideLayout1.xml" Id="R8171bb7c3ec643a1" /><Relationship Type="http://schemas.openxmlformats.org/officeDocument/2006/relationships/slideLayout" Target="/ppt/slideLayouts/slideLayout2.xml" Id="R1ff1b83959d44790" /><Relationship Type="http://schemas.openxmlformats.org/officeDocument/2006/relationships/slideLayout" Target="/ppt/slideLayouts/slideLayout3.xml" Id="Refa7aa748fc74011" /><Relationship Type="http://schemas.openxmlformats.org/officeDocument/2006/relationships/slideLayout" Target="/ppt/slideLayouts/slideLayout4.xml" Id="R365ad005ea254c9a" /><Relationship Type="http://schemas.openxmlformats.org/officeDocument/2006/relationships/slideLayout" Target="/ppt/slideLayouts/slideLayout5.xml" Id="R8ce3639814ad4c73" /><Relationship Type="http://schemas.openxmlformats.org/officeDocument/2006/relationships/slideLayout" Target="/ppt/slideLayouts/slideLayout6.xml" Id="Rf0356a6ad6e84f8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71bb7c3ec643a1"/>
    <p:sldLayoutId xmlns:r="http://schemas.openxmlformats.org/officeDocument/2006/relationships" id="2147483650" r:id="R1ff1b83959d44790"/>
    <p:sldLayoutId xmlns:r="http://schemas.openxmlformats.org/officeDocument/2006/relationships" id="2147483651" r:id="Refa7aa748fc74011"/>
    <p:sldLayoutId xmlns:r="http://schemas.openxmlformats.org/officeDocument/2006/relationships" id="2147483652" r:id="R365ad005ea254c9a"/>
    <p:sldLayoutId xmlns:r="http://schemas.openxmlformats.org/officeDocument/2006/relationships" id="2147483653" r:id="R8ce3639814ad4c73"/>
    <p:sldLayoutId xmlns:r="http://schemas.openxmlformats.org/officeDocument/2006/relationships" id="2147483654" r:id="Rf0356a6ad6e84f8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0fad1381dd4a9d" /><Relationship Type="http://schemas.openxmlformats.org/officeDocument/2006/relationships/image" Target="/ppt/media/image.bin" Id="Rd7a079827ed44a58" /><Relationship Type="http://schemas.openxmlformats.org/officeDocument/2006/relationships/notesSlide" Target="/ppt/notesSlides/notesSlide1.xml" Id="Rff53407e9f794dd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e6d70b4559491d" /><Relationship Type="http://schemas.openxmlformats.org/officeDocument/2006/relationships/notesSlide" Target="/ppt/notesSlides/notesSlide2.xml" Id="R78621469f5d2498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91872a88d2415f" /><Relationship Type="http://schemas.openxmlformats.org/officeDocument/2006/relationships/image" Target="/ppt/media/image.png" Id="Rfa67c7fab1054190" /><Relationship Type="http://schemas.openxmlformats.org/officeDocument/2006/relationships/notesSlide" Target="/ppt/notesSlides/notesSlide3.xml" Id="R8a90b59caead4f6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c2886c20454d47" /><Relationship Type="http://schemas.openxmlformats.org/officeDocument/2006/relationships/image" Target="/ppt/media/image2.png" Id="Rf5ce666705534f5c" /><Relationship Type="http://schemas.openxmlformats.org/officeDocument/2006/relationships/notesSlide" Target="/ppt/notesSlides/notesSlide4.xml" Id="R52eeb0ab27894a6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4dd047525c4b7e" /><Relationship Type="http://schemas.openxmlformats.org/officeDocument/2006/relationships/image" Target="/ppt/media/image3.png" Id="R085b1f1d51b34516" /><Relationship Type="http://schemas.openxmlformats.org/officeDocument/2006/relationships/notesSlide" Target="/ppt/notesSlides/notesSlide5.xml" Id="Rc841fdb75a71452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657cf3d1364c7d" /><Relationship Type="http://schemas.openxmlformats.org/officeDocument/2006/relationships/image" Target="/ppt/media/image4.png" Id="R3a657aca5ca94ff6" /><Relationship Type="http://schemas.openxmlformats.org/officeDocument/2006/relationships/notesSlide" Target="/ppt/notesSlides/notesSlide6.xml" Id="R5880d785791f422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6863c0a77e478f" /><Relationship Type="http://schemas.openxmlformats.org/officeDocument/2006/relationships/image" Target="/ppt/media/image5.png" Id="R422d0d7b2fa7439f" /><Relationship Type="http://schemas.openxmlformats.org/officeDocument/2006/relationships/notesSlide" Target="/ppt/notesSlides/notesSlide7.xml" Id="R6dabd2ae63dc48f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d7c33ab36e4cd0" /><Relationship Type="http://schemas.openxmlformats.org/officeDocument/2006/relationships/image" Target="/ppt/media/image6.png" Id="R0c3078eefdc44a3b" /><Relationship Type="http://schemas.openxmlformats.org/officeDocument/2006/relationships/notesSlide" Target="/ppt/notesSlides/notesSlide8.xml" Id="Re3e70d7c3c3c488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55d039930f4efa" /><Relationship Type="http://schemas.openxmlformats.org/officeDocument/2006/relationships/notesSlide" Target="/ppt/notesSlides/notesSlide9.xml" Id="R4f03eb040a61463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25f1cfa7244b73" /><Relationship Type="http://schemas.openxmlformats.org/officeDocument/2006/relationships/image" Target="/ppt/media/image7.png" Id="Rec3e872b8eb94446" /><Relationship Type="http://schemas.openxmlformats.org/officeDocument/2006/relationships/notesSlide" Target="/ppt/notesSlides/notesSlide10.xml" Id="R3a75c1640c8e414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cd391dbde24044" /><Relationship Type="http://schemas.openxmlformats.org/officeDocument/2006/relationships/notesSlide" Target="/ppt/notesSlides/notesSlide11.xml" Id="R436f49ac6ab34eb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b4699fb7fa448c" /><Relationship Type="http://schemas.openxmlformats.org/officeDocument/2006/relationships/notesSlide" Target="/ppt/notesSlides/notesSlide12.xml" Id="R79599421534f472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f3a5891cf04f18" /><Relationship Type="http://schemas.openxmlformats.org/officeDocument/2006/relationships/image" Target="/ppt/media/image2.bin" Id="R4ee1e66e268d4838" /><Relationship Type="http://schemas.openxmlformats.org/officeDocument/2006/relationships/notesSlide" Target="/ppt/notesSlides/notesSlide13.xml" Id="Rac78efcf1aba4ca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5F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3B6776-F484-4EBF-B297-A3827F49D4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a079827ed44a5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24750" y="685800"/>
            <a:ext cx="3714750" cy="3714750"/>
          </a:xfrm>
          <a:prstGeom xmlns:a="http://schemas.openxmlformats.org/drawingml/2006/main" prst="roundRect">
            <a:avLst>
              <a:gd name="adj" fmla="val 4103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E9EFC7-F9A3-4B19-9F52-295163245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810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D9A72E"/>
                </a:solidFill>
              </a:defRPr>
            </a:defPPr>
            <a:lvl1pPr>
              <a:defRPr sz="975" b="1">
                <a:solidFill>
                  <a:srgbClr val="D9A72E"/>
                </a:solidFill>
              </a:defRPr>
            </a:lvl1pPr>
            <a:lvl2pPr>
              <a:defRPr sz="975" b="1">
                <a:solidFill>
                  <a:srgbClr val="D9A72E"/>
                </a:solidFill>
              </a:defRPr>
            </a:lvl2pPr>
            <a:lvl3pPr>
              <a:defRPr sz="975" b="1">
                <a:solidFill>
                  <a:srgbClr val="D9A72E"/>
                </a:solidFill>
              </a:defRPr>
            </a:lvl3pPr>
            <a:lvl4pPr>
              <a:defRPr sz="975" b="1">
                <a:solidFill>
                  <a:srgbClr val="D9A72E"/>
                </a:solidFill>
              </a:defRPr>
            </a:lvl4pPr>
            <a:lvl5pPr>
              <a:defRPr sz="975" b="1">
                <a:solidFill>
                  <a:srgbClr val="D9A72E"/>
                </a:solidFill>
              </a:defRPr>
            </a:lvl5pPr>
            <a:lvl6pPr>
              <a:defRPr sz="975" b="1">
                <a:solidFill>
                  <a:srgbClr val="D9A72E"/>
                </a:solidFill>
              </a:defRPr>
            </a:lvl6pPr>
            <a:lvl7pPr>
              <a:defRPr sz="975" b="1">
                <a:solidFill>
                  <a:srgbClr val="D9A72E"/>
                </a:solidFill>
              </a:defRPr>
            </a:lvl7pPr>
            <a:lvl8pPr>
              <a:defRPr sz="975" b="1">
                <a:solidFill>
                  <a:srgbClr val="D9A72E"/>
                </a:solidFill>
              </a:defRPr>
            </a:lvl8pPr>
            <a:lvl9pPr>
              <a:defRPr sz="975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D9A72E"/>
                </a:solidFill>
              </a:defRPr>
            </a:pPr>
            <a:r>
              <a:rPr sz="975" b="1">
                <a:solidFill>
                  <a:srgbClr val="D9A72E"/>
                </a:solidFill>
              </a:rPr>
              <a:t>PS04 · NAMMA KANNADA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C0F029-604A-42D4-BDC4-EB8412996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6096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950" b="1">
                <a:solidFill>
                  <a:srgbClr val="FFFFFF"/>
                </a:solidFill>
              </a:defRPr>
            </a:defPPr>
            <a:lvl1pPr>
              <a:defRPr sz="4950" b="1">
                <a:solidFill>
                  <a:srgbClr val="FFFFFF"/>
                </a:solidFill>
              </a:defRPr>
            </a:lvl1pPr>
            <a:lvl2pPr>
              <a:defRPr sz="4950" b="1">
                <a:solidFill>
                  <a:srgbClr val="FFFFFF"/>
                </a:solidFill>
              </a:defRPr>
            </a:lvl2pPr>
            <a:lvl3pPr>
              <a:defRPr sz="4950" b="1">
                <a:solidFill>
                  <a:srgbClr val="FFFFFF"/>
                </a:solidFill>
              </a:defRPr>
            </a:lvl3pPr>
            <a:lvl4pPr>
              <a:defRPr sz="4950" b="1">
                <a:solidFill>
                  <a:srgbClr val="FFFFFF"/>
                </a:solidFill>
              </a:defRPr>
            </a:lvl4pPr>
            <a:lvl5pPr>
              <a:defRPr sz="4950" b="1">
                <a:solidFill>
                  <a:srgbClr val="FFFFFF"/>
                </a:solidFill>
              </a:defRPr>
            </a:lvl5pPr>
            <a:lvl6pPr>
              <a:defRPr sz="4950" b="1">
                <a:solidFill>
                  <a:srgbClr val="FFFFFF"/>
                </a:solidFill>
              </a:defRPr>
            </a:lvl6pPr>
            <a:lvl7pPr>
              <a:defRPr sz="4950" b="1">
                <a:solidFill>
                  <a:srgbClr val="FFFFFF"/>
                </a:solidFill>
              </a:defRPr>
            </a:lvl7pPr>
            <a:lvl8pPr>
              <a:defRPr sz="4950" b="1">
                <a:solidFill>
                  <a:srgbClr val="FFFFFF"/>
                </a:solidFill>
              </a:defRPr>
            </a:lvl8pPr>
            <a:lvl9pPr>
              <a:defRPr sz="49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4950" b="1">
                <a:solidFill>
                  <a:srgbClr val="FFFFFF"/>
                </a:solidFill>
              </a:defRPr>
            </a:pPr>
            <a:r>
              <a:rPr sz="4950" b="1">
                <a:solidFill>
                  <a:srgbClr val="FFFFFF"/>
                </a:solidFill>
              </a:rPr>
              <a:t>ಕನ್ನಡದ ಬೇರು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CDC45A-FEFA-4343-8883-DE5246AB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33650"/>
            <a:ext cx="590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FFFFFF"/>
                </a:solidFill>
              </a:defRPr>
            </a:defPPr>
            <a:lvl1pPr>
              <a:defRPr sz="2850" b="1">
                <a:solidFill>
                  <a:srgbClr val="FFFFFF"/>
                </a:solidFill>
              </a:defRPr>
            </a:lvl1pPr>
            <a:lvl2pPr>
              <a:defRPr sz="2850" b="1">
                <a:solidFill>
                  <a:srgbClr val="FFFFFF"/>
                </a:solidFill>
              </a:defRPr>
            </a:lvl2pPr>
            <a:lvl3pPr>
              <a:defRPr sz="2850" b="1">
                <a:solidFill>
                  <a:srgbClr val="FFFFFF"/>
                </a:solidFill>
              </a:defRPr>
            </a:lvl3pPr>
            <a:lvl4pPr>
              <a:defRPr sz="2850" b="1">
                <a:solidFill>
                  <a:srgbClr val="FFFFFF"/>
                </a:solidFill>
              </a:defRPr>
            </a:lvl4pPr>
            <a:lvl5pPr>
              <a:defRPr sz="2850" b="1">
                <a:solidFill>
                  <a:srgbClr val="FFFFFF"/>
                </a:solidFill>
              </a:defRPr>
            </a:lvl5pPr>
            <a:lvl6pPr>
              <a:defRPr sz="2850" b="1">
                <a:solidFill>
                  <a:srgbClr val="FFFFFF"/>
                </a:solidFill>
              </a:defRPr>
            </a:lvl6pPr>
            <a:lvl7pPr>
              <a:defRPr sz="2850" b="1">
                <a:solidFill>
                  <a:srgbClr val="FFFFFF"/>
                </a:solidFill>
              </a:defRPr>
            </a:lvl7pPr>
            <a:lvl8pPr>
              <a:defRPr sz="2850" b="1">
                <a:solidFill>
                  <a:srgbClr val="FFFFFF"/>
                </a:solidFill>
              </a:defRPr>
            </a:lvl8pPr>
            <a:lvl9pPr>
              <a:defRPr sz="28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Kannadada Beru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D370CD-4A76-4A10-85DC-127452D7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52800"/>
            <a:ext cx="5619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F3DCCF"/>
                </a:solidFill>
              </a:defRPr>
            </a:defPPr>
            <a:lvl1pPr>
              <a:defRPr sz="1650">
                <a:solidFill>
                  <a:srgbClr val="F3DCCF"/>
                </a:solidFill>
              </a:defRPr>
            </a:lvl1pPr>
            <a:lvl2pPr>
              <a:defRPr sz="1650">
                <a:solidFill>
                  <a:srgbClr val="F3DCCF"/>
                </a:solidFill>
              </a:defRPr>
            </a:lvl2pPr>
            <a:lvl3pPr>
              <a:defRPr sz="1650">
                <a:solidFill>
                  <a:srgbClr val="F3DCCF"/>
                </a:solidFill>
              </a:defRPr>
            </a:lvl3pPr>
            <a:lvl4pPr>
              <a:defRPr sz="1650">
                <a:solidFill>
                  <a:srgbClr val="F3DCCF"/>
                </a:solidFill>
              </a:defRPr>
            </a:lvl4pPr>
            <a:lvl5pPr>
              <a:defRPr sz="1650">
                <a:solidFill>
                  <a:srgbClr val="F3DCCF"/>
                </a:solidFill>
              </a:defRPr>
            </a:lvl5pPr>
            <a:lvl6pPr>
              <a:defRPr sz="1650">
                <a:solidFill>
                  <a:srgbClr val="F3DCCF"/>
                </a:solidFill>
              </a:defRPr>
            </a:lvl6pPr>
            <a:lvl7pPr>
              <a:defRPr sz="1650">
                <a:solidFill>
                  <a:srgbClr val="F3DCCF"/>
                </a:solidFill>
              </a:defRPr>
            </a:lvl7pPr>
            <a:lvl8pPr>
              <a:defRPr sz="1650">
                <a:solidFill>
                  <a:srgbClr val="F3DCCF"/>
                </a:solidFill>
              </a:defRPr>
            </a:lvl8pPr>
            <a:lvl9pPr>
              <a:defRPr sz="1650">
                <a:solidFill>
                  <a:srgbClr val="F3DCCF"/>
                </a:solidFill>
              </a:defRPr>
            </a:lvl9pPr>
          </a:lstStyle>
          <a:p xmlns:a="http://schemas.openxmlformats.org/drawingml/2006/main">
            <a:pPr>
              <a:defRPr sz="1650">
                <a:solidFill>
                  <a:srgbClr val="F3DCCF"/>
                </a:solidFill>
              </a:defRPr>
            </a:pPr>
            <a:r>
              <a:rPr sz="1650">
                <a:solidFill>
                  <a:srgbClr val="F3DCCF"/>
                </a:solidFill>
              </a:rPr>
              <a:t>A regional language explorer where words remain connected to place, people, meaning and permission.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823F68-2855-48D3-940E-0E06D6F38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05375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D9A72E"/>
                </a:solidFill>
              </a:defRPr>
            </a:defPPr>
            <a:lvl1pPr>
              <a:defRPr sz="1575" b="1">
                <a:solidFill>
                  <a:srgbClr val="D9A72E"/>
                </a:solidFill>
              </a:defRPr>
            </a:lvl1pPr>
            <a:lvl2pPr>
              <a:defRPr sz="1575" b="1">
                <a:solidFill>
                  <a:srgbClr val="D9A72E"/>
                </a:solidFill>
              </a:defRPr>
            </a:lvl2pPr>
            <a:lvl3pPr>
              <a:defRPr sz="1575" b="1">
                <a:solidFill>
                  <a:srgbClr val="D9A72E"/>
                </a:solidFill>
              </a:defRPr>
            </a:lvl3pPr>
            <a:lvl4pPr>
              <a:defRPr sz="1575" b="1">
                <a:solidFill>
                  <a:srgbClr val="D9A72E"/>
                </a:solidFill>
              </a:defRPr>
            </a:lvl4pPr>
            <a:lvl5pPr>
              <a:defRPr sz="1575" b="1">
                <a:solidFill>
                  <a:srgbClr val="D9A72E"/>
                </a:solidFill>
              </a:defRPr>
            </a:lvl5pPr>
            <a:lvl6pPr>
              <a:defRPr sz="1575" b="1">
                <a:solidFill>
                  <a:srgbClr val="D9A72E"/>
                </a:solidFill>
              </a:defRPr>
            </a:lvl6pPr>
            <a:lvl7pPr>
              <a:defRPr sz="1575" b="1">
                <a:solidFill>
                  <a:srgbClr val="D9A72E"/>
                </a:solidFill>
              </a:defRPr>
            </a:lvl7pPr>
            <a:lvl8pPr>
              <a:defRPr sz="1575" b="1">
                <a:solidFill>
                  <a:srgbClr val="D9A72E"/>
                </a:solidFill>
              </a:defRPr>
            </a:lvl8pPr>
            <a:lvl9pPr>
              <a:defRPr sz="1575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D9A72E"/>
                </a:solidFill>
              </a:defRPr>
            </a:pPr>
            <a:r>
              <a:rPr sz="1575" b="1">
                <a:solidFill>
                  <a:srgbClr val="D9A72E"/>
                </a:solidFill>
              </a:rPr>
              <a:t>ಪ್ರತಿಯೊಂದು ನುಡಿಗೂ ಕಥೆಯಿದೆ. ಪ್ರತಿಯೊಂದು ಕಥೆಗೂ ನೆಲವಿದೆ.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1F01BB-2C2A-4B19-9351-51689EDD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7217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DCC8BD"/>
                </a:solidFill>
              </a:defRPr>
            </a:defPPr>
            <a:lvl1pPr>
              <a:defRPr sz="975">
                <a:solidFill>
                  <a:srgbClr val="DCC8BD"/>
                </a:solidFill>
              </a:defRPr>
            </a:lvl1pPr>
            <a:lvl2pPr>
              <a:defRPr sz="975">
                <a:solidFill>
                  <a:srgbClr val="DCC8BD"/>
                </a:solidFill>
              </a:defRPr>
            </a:lvl2pPr>
            <a:lvl3pPr>
              <a:defRPr sz="975">
                <a:solidFill>
                  <a:srgbClr val="DCC8BD"/>
                </a:solidFill>
              </a:defRPr>
            </a:lvl3pPr>
            <a:lvl4pPr>
              <a:defRPr sz="975">
                <a:solidFill>
                  <a:srgbClr val="DCC8BD"/>
                </a:solidFill>
              </a:defRPr>
            </a:lvl4pPr>
            <a:lvl5pPr>
              <a:defRPr sz="975">
                <a:solidFill>
                  <a:srgbClr val="DCC8BD"/>
                </a:solidFill>
              </a:defRPr>
            </a:lvl5pPr>
            <a:lvl6pPr>
              <a:defRPr sz="975">
                <a:solidFill>
                  <a:srgbClr val="DCC8BD"/>
                </a:solidFill>
              </a:defRPr>
            </a:lvl6pPr>
            <a:lvl7pPr>
              <a:defRPr sz="975">
                <a:solidFill>
                  <a:srgbClr val="DCC8BD"/>
                </a:solidFill>
              </a:defRPr>
            </a:lvl7pPr>
            <a:lvl8pPr>
              <a:defRPr sz="975">
                <a:solidFill>
                  <a:srgbClr val="DCC8BD"/>
                </a:solidFill>
              </a:defRPr>
            </a:lvl8pPr>
            <a:lvl9pPr>
              <a:defRPr sz="975">
                <a:solidFill>
                  <a:srgbClr val="DCC8BD"/>
                </a:solidFill>
              </a:defRPr>
            </a:lvl9pPr>
          </a:lstStyle>
          <a:p xmlns:a="http://schemas.openxmlformats.org/drawingml/2006/main">
            <a:pPr>
              <a:defRPr sz="975">
                <a:solidFill>
                  <a:srgbClr val="DCC8BD"/>
                </a:solidFill>
              </a:defRPr>
            </a:pPr>
            <a:r>
              <a:rPr sz="975">
                <a:solidFill>
                  <a:srgbClr val="DCC8BD"/>
                </a:solidFill>
              </a:rPr>
              <a:t>Winning MVP submission · October 2026</a:t>
            </a:r>
          </a:p>
        </p:txBody>
      </p:sp>
    </p:spTree>
    <p:extLst>
      <p:ext uri="{BB962C8B-B14F-4D97-AF65-F5344CB8AC3E}">
        <p14:creationId xmlns:p14="http://schemas.microsoft.com/office/powerpoint/2010/main" val="7305577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B45AEF-F84A-4091-9519-3F949C967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F1933"/>
                </a:solidFill>
              </a:defRPr>
            </a:defPPr>
            <a:lvl1pPr>
              <a:defRPr sz="900" b="1">
                <a:solidFill>
                  <a:srgbClr val="8F1933"/>
                </a:solidFill>
              </a:defRPr>
            </a:lvl1pPr>
            <a:lvl2pPr>
              <a:defRPr sz="900" b="1">
                <a:solidFill>
                  <a:srgbClr val="8F1933"/>
                </a:solidFill>
              </a:defRPr>
            </a:lvl2pPr>
            <a:lvl3pPr>
              <a:defRPr sz="900" b="1">
                <a:solidFill>
                  <a:srgbClr val="8F1933"/>
                </a:solidFill>
              </a:defRPr>
            </a:lvl3pPr>
            <a:lvl4pPr>
              <a:defRPr sz="900" b="1">
                <a:solidFill>
                  <a:srgbClr val="8F1933"/>
                </a:solidFill>
              </a:defRPr>
            </a:lvl4pPr>
            <a:lvl5pPr>
              <a:defRPr sz="900" b="1">
                <a:solidFill>
                  <a:srgbClr val="8F1933"/>
                </a:solidFill>
              </a:defRPr>
            </a:lvl5pPr>
            <a:lvl6pPr>
              <a:defRPr sz="900" b="1">
                <a:solidFill>
                  <a:srgbClr val="8F1933"/>
                </a:solidFill>
              </a:defRPr>
            </a:lvl6pPr>
            <a:lvl7pPr>
              <a:defRPr sz="900" b="1">
                <a:solidFill>
                  <a:srgbClr val="8F1933"/>
                </a:solidFill>
              </a:defRPr>
            </a:lvl7pPr>
            <a:lvl8pPr>
              <a:defRPr sz="900" b="1">
                <a:solidFill>
                  <a:srgbClr val="8F1933"/>
                </a:solidFill>
              </a:defRPr>
            </a:lvl8pPr>
            <a:lvl9pPr>
              <a:defRPr sz="9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F1933"/>
                </a:solidFill>
              </a:defRPr>
            </a:pPr>
            <a:r>
              <a:rPr sz="900" b="1">
                <a:solidFill>
                  <a:srgbClr val="8F1933"/>
                </a:solidFill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1525FD-1682-4E14-8BFE-1CEA4B7E2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271C19"/>
                </a:solidFill>
              </a:defRPr>
            </a:defPPr>
            <a:lvl1pPr>
              <a:defRPr sz="3150" b="1">
                <a:solidFill>
                  <a:srgbClr val="271C19"/>
                </a:solidFill>
              </a:defRPr>
            </a:lvl1pPr>
            <a:lvl2pPr>
              <a:defRPr sz="3150" b="1">
                <a:solidFill>
                  <a:srgbClr val="271C19"/>
                </a:solidFill>
              </a:defRPr>
            </a:lvl2pPr>
            <a:lvl3pPr>
              <a:defRPr sz="3150" b="1">
                <a:solidFill>
                  <a:srgbClr val="271C19"/>
                </a:solidFill>
              </a:defRPr>
            </a:lvl3pPr>
            <a:lvl4pPr>
              <a:defRPr sz="3150" b="1">
                <a:solidFill>
                  <a:srgbClr val="271C19"/>
                </a:solidFill>
              </a:defRPr>
            </a:lvl4pPr>
            <a:lvl5pPr>
              <a:defRPr sz="3150" b="1">
                <a:solidFill>
                  <a:srgbClr val="271C19"/>
                </a:solidFill>
              </a:defRPr>
            </a:lvl5pPr>
            <a:lvl6pPr>
              <a:defRPr sz="3150" b="1">
                <a:solidFill>
                  <a:srgbClr val="271C19"/>
                </a:solidFill>
              </a:defRPr>
            </a:lvl6pPr>
            <a:lvl7pPr>
              <a:defRPr sz="3150" b="1">
                <a:solidFill>
                  <a:srgbClr val="271C19"/>
                </a:solidFill>
              </a:defRPr>
            </a:lvl7pPr>
            <a:lvl8pPr>
              <a:defRPr sz="3150" b="1">
                <a:solidFill>
                  <a:srgbClr val="271C19"/>
                </a:solidFill>
              </a:defRPr>
            </a:lvl8pPr>
            <a:lvl9pPr>
              <a:defRPr sz="3150" b="1">
                <a:solidFill>
                  <a:srgbClr val="271C19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1C19"/>
                </a:solidFill>
              </a:defRPr>
            </a:pPr>
            <a:r>
              <a:rPr sz="3150" b="1">
                <a:solidFill>
                  <a:srgbClr val="271C19"/>
                </a:solidFill>
              </a:rPr>
              <a:t>Regional Kannada lives in memory, not in one searchable place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DBF5B-B34A-46A7-B03C-8E76A0F6D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14500"/>
            <a:ext cx="981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>
                <a:solidFill>
                  <a:srgbClr val="76645B"/>
                </a:solidFill>
              </a:defRPr>
            </a:defPPr>
            <a:lvl1pPr>
              <a:defRPr sz="1350">
                <a:solidFill>
                  <a:srgbClr val="76645B"/>
                </a:solidFill>
              </a:defRPr>
            </a:lvl1pPr>
            <a:lvl2pPr>
              <a:defRPr sz="1350">
                <a:solidFill>
                  <a:srgbClr val="76645B"/>
                </a:solidFill>
              </a:defRPr>
            </a:lvl2pPr>
            <a:lvl3pPr>
              <a:defRPr sz="1350">
                <a:solidFill>
                  <a:srgbClr val="76645B"/>
                </a:solidFill>
              </a:defRPr>
            </a:lvl3pPr>
            <a:lvl4pPr>
              <a:defRPr sz="1350">
                <a:solidFill>
                  <a:srgbClr val="76645B"/>
                </a:solidFill>
              </a:defRPr>
            </a:lvl4pPr>
            <a:lvl5pPr>
              <a:defRPr sz="1350">
                <a:solidFill>
                  <a:srgbClr val="76645B"/>
                </a:solidFill>
              </a:defRPr>
            </a:lvl5pPr>
            <a:lvl6pPr>
              <a:defRPr sz="1350">
                <a:solidFill>
                  <a:srgbClr val="76645B"/>
                </a:solidFill>
              </a:defRPr>
            </a:lvl6pPr>
            <a:lvl7pPr>
              <a:defRPr sz="1350">
                <a:solidFill>
                  <a:srgbClr val="76645B"/>
                </a:solidFill>
              </a:defRPr>
            </a:lvl7pPr>
            <a:lvl8pPr>
              <a:defRPr sz="1350">
                <a:solidFill>
                  <a:srgbClr val="76645B"/>
                </a:solidFill>
              </a:defRPr>
            </a:lvl8pPr>
            <a:lvl9pPr>
              <a:defRPr sz="13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350">
                <a:solidFill>
                  <a:srgbClr val="76645B"/>
                </a:solidFill>
              </a:defRPr>
            </a:pPr>
            <a:r>
              <a:rPr sz="1350">
                <a:solidFill>
                  <a:srgbClr val="76645B"/>
                </a:solidFill>
              </a:rPr>
              <a:t>A language explorer must show difference without reducing it to stereotypes.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98B5E7-699A-43E5-8961-D7EB5BF50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524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 b="1">
                <a:solidFill>
                  <a:srgbClr val="D9A72E"/>
                </a:solidFill>
              </a:defRPr>
            </a:defPPr>
            <a:lvl1pPr algn="r">
              <a:defRPr sz="900" b="1">
                <a:solidFill>
                  <a:srgbClr val="D9A72E"/>
                </a:solidFill>
              </a:defRPr>
            </a:lvl1pPr>
            <a:lvl2pPr algn="r">
              <a:defRPr sz="900" b="1">
                <a:solidFill>
                  <a:srgbClr val="D9A72E"/>
                </a:solidFill>
              </a:defRPr>
            </a:lvl2pPr>
            <a:lvl3pPr algn="r">
              <a:defRPr sz="900" b="1">
                <a:solidFill>
                  <a:srgbClr val="D9A72E"/>
                </a:solidFill>
              </a:defRPr>
            </a:lvl3pPr>
            <a:lvl4pPr algn="r">
              <a:defRPr sz="900" b="1">
                <a:solidFill>
                  <a:srgbClr val="D9A72E"/>
                </a:solidFill>
              </a:defRPr>
            </a:lvl4pPr>
            <a:lvl5pPr algn="r">
              <a:defRPr sz="900" b="1">
                <a:solidFill>
                  <a:srgbClr val="D9A72E"/>
                </a:solidFill>
              </a:defRPr>
            </a:lvl5pPr>
            <a:lvl6pPr algn="r">
              <a:defRPr sz="900" b="1">
                <a:solidFill>
                  <a:srgbClr val="D9A72E"/>
                </a:solidFill>
              </a:defRPr>
            </a:lvl6pPr>
            <a:lvl7pPr algn="r">
              <a:defRPr sz="900" b="1">
                <a:solidFill>
                  <a:srgbClr val="D9A72E"/>
                </a:solidFill>
              </a:defRPr>
            </a:lvl7pPr>
            <a:lvl8pPr algn="r">
              <a:defRPr sz="900" b="1">
                <a:solidFill>
                  <a:srgbClr val="D9A72E"/>
                </a:solidFill>
              </a:defRPr>
            </a:lvl8pPr>
            <a:lvl9pPr algn="r">
              <a:defRPr sz="900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D9A72E"/>
                </a:solidFill>
              </a:defRPr>
            </a:pPr>
            <a:r>
              <a:rPr sz="900" b="1">
                <a:solidFill>
                  <a:srgbClr val="D9A72E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66989C-DF66-42A0-97FB-626A95171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3333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6129F0-11F9-4CF5-9A33-49C88298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933"/>
          </a:solidFill>
          <a:ln xmlns:a="http://schemas.openxmlformats.org/drawingml/2006/main" w="0">
            <a:solidFill>
              <a:srgbClr val="8F193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E1B684-8D51-4335-B8B8-1DA0F5A6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8F1933"/>
                </a:solidFill>
              </a:defRPr>
            </a:defPPr>
            <a:lvl1pPr>
              <a:defRPr sz="1500" b="1">
                <a:solidFill>
                  <a:srgbClr val="8F1933"/>
                </a:solidFill>
              </a:defRPr>
            </a:lvl1pPr>
            <a:lvl2pPr>
              <a:defRPr sz="1500" b="1">
                <a:solidFill>
                  <a:srgbClr val="8F1933"/>
                </a:solidFill>
              </a:defRPr>
            </a:lvl2pPr>
            <a:lvl3pPr>
              <a:defRPr sz="1500" b="1">
                <a:solidFill>
                  <a:srgbClr val="8F1933"/>
                </a:solidFill>
              </a:defRPr>
            </a:lvl3pPr>
            <a:lvl4pPr>
              <a:defRPr sz="1500" b="1">
                <a:solidFill>
                  <a:srgbClr val="8F1933"/>
                </a:solidFill>
              </a:defRPr>
            </a:lvl4pPr>
            <a:lvl5pPr>
              <a:defRPr sz="1500" b="1">
                <a:solidFill>
                  <a:srgbClr val="8F1933"/>
                </a:solidFill>
              </a:defRPr>
            </a:lvl5pPr>
            <a:lvl6pPr>
              <a:defRPr sz="1500" b="1">
                <a:solidFill>
                  <a:srgbClr val="8F1933"/>
                </a:solidFill>
              </a:defRPr>
            </a:lvl6pPr>
            <a:lvl7pPr>
              <a:defRPr sz="1500" b="1">
                <a:solidFill>
                  <a:srgbClr val="8F1933"/>
                </a:solidFill>
              </a:defRPr>
            </a:lvl7pPr>
            <a:lvl8pPr>
              <a:defRPr sz="1500" b="1">
                <a:solidFill>
                  <a:srgbClr val="8F1933"/>
                </a:solidFill>
              </a:defRPr>
            </a:lvl8pPr>
            <a:lvl9pPr>
              <a:defRPr sz="15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8F1933"/>
                </a:solidFill>
              </a:defRPr>
            </a:pPr>
            <a:r>
              <a:rPr sz="1500" b="1">
                <a:solidFill>
                  <a:srgbClr val="8F1933"/>
                </a:solidFill>
              </a:rPr>
              <a:t>Scattered knowledge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FEE48F-A7FE-4865-BFC9-7A35F493F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5755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Words and expressions live across families, local publications, dictionaries and spoken memory.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A317C0-FE1C-4F3F-A85C-43ADC4A88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571750"/>
            <a:ext cx="3333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1FE3B0-26CA-4E49-8C53-6BAE8D9FA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5717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72E"/>
          </a:solidFill>
          <a:ln xmlns:a="http://schemas.openxmlformats.org/drawingml/2006/main" w="0">
            <a:solidFill>
              <a:srgbClr val="D9A72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08E02A-4334-48D0-A95F-791DC0A9D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7813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D9A72E"/>
                </a:solidFill>
              </a:defRPr>
            </a:defPPr>
            <a:lvl1pPr>
              <a:defRPr sz="1500" b="1">
                <a:solidFill>
                  <a:srgbClr val="D9A72E"/>
                </a:solidFill>
              </a:defRPr>
            </a:lvl1pPr>
            <a:lvl2pPr>
              <a:defRPr sz="1500" b="1">
                <a:solidFill>
                  <a:srgbClr val="D9A72E"/>
                </a:solidFill>
              </a:defRPr>
            </a:lvl2pPr>
            <a:lvl3pPr>
              <a:defRPr sz="1500" b="1">
                <a:solidFill>
                  <a:srgbClr val="D9A72E"/>
                </a:solidFill>
              </a:defRPr>
            </a:lvl3pPr>
            <a:lvl4pPr>
              <a:defRPr sz="1500" b="1">
                <a:solidFill>
                  <a:srgbClr val="D9A72E"/>
                </a:solidFill>
              </a:defRPr>
            </a:lvl4pPr>
            <a:lvl5pPr>
              <a:defRPr sz="1500" b="1">
                <a:solidFill>
                  <a:srgbClr val="D9A72E"/>
                </a:solidFill>
              </a:defRPr>
            </a:lvl5pPr>
            <a:lvl6pPr>
              <a:defRPr sz="1500" b="1">
                <a:solidFill>
                  <a:srgbClr val="D9A72E"/>
                </a:solidFill>
              </a:defRPr>
            </a:lvl6pPr>
            <a:lvl7pPr>
              <a:defRPr sz="1500" b="1">
                <a:solidFill>
                  <a:srgbClr val="D9A72E"/>
                </a:solidFill>
              </a:defRPr>
            </a:lvl7pPr>
            <a:lvl8pPr>
              <a:defRPr sz="1500" b="1">
                <a:solidFill>
                  <a:srgbClr val="D9A72E"/>
                </a:solidFill>
              </a:defRPr>
            </a:lvl8pPr>
            <a:lvl9pPr>
              <a:defRPr sz="1500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D9A72E"/>
                </a:solidFill>
              </a:defRPr>
            </a:pPr>
            <a:r>
              <a:rPr sz="1500" b="1">
                <a:solidFill>
                  <a:srgbClr val="D9A72E"/>
                </a:solidFill>
              </a:rPr>
              <a:t>Context gets lost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0255B9-5473-411E-B52F-79ED81A48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25755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A word without locality, meaning and cultural setting can easily become a misleading regional claim.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A748E1-D682-4520-BF2F-4CC87D712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71750"/>
            <a:ext cx="3333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F6D825-7CBA-4232-854A-44AB257A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717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64D"/>
          </a:solidFill>
          <a:ln xmlns:a="http://schemas.openxmlformats.org/drawingml/2006/main" w="0">
            <a:solidFill>
              <a:srgbClr val="31564D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81C30E-A4F0-45B2-A2FD-C93051F3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813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31564D"/>
                </a:solidFill>
              </a:defRPr>
            </a:defPPr>
            <a:lvl1pPr>
              <a:defRPr sz="1500" b="1">
                <a:solidFill>
                  <a:srgbClr val="31564D"/>
                </a:solidFill>
              </a:defRPr>
            </a:lvl1pPr>
            <a:lvl2pPr>
              <a:defRPr sz="1500" b="1">
                <a:solidFill>
                  <a:srgbClr val="31564D"/>
                </a:solidFill>
              </a:defRPr>
            </a:lvl2pPr>
            <a:lvl3pPr>
              <a:defRPr sz="1500" b="1">
                <a:solidFill>
                  <a:srgbClr val="31564D"/>
                </a:solidFill>
              </a:defRPr>
            </a:lvl3pPr>
            <a:lvl4pPr>
              <a:defRPr sz="1500" b="1">
                <a:solidFill>
                  <a:srgbClr val="31564D"/>
                </a:solidFill>
              </a:defRPr>
            </a:lvl4pPr>
            <a:lvl5pPr>
              <a:defRPr sz="1500" b="1">
                <a:solidFill>
                  <a:srgbClr val="31564D"/>
                </a:solidFill>
              </a:defRPr>
            </a:lvl5pPr>
            <a:lvl6pPr>
              <a:defRPr sz="1500" b="1">
                <a:solidFill>
                  <a:srgbClr val="31564D"/>
                </a:solidFill>
              </a:defRPr>
            </a:lvl6pPr>
            <a:lvl7pPr>
              <a:defRPr sz="1500" b="1">
                <a:solidFill>
                  <a:srgbClr val="31564D"/>
                </a:solidFill>
              </a:defRPr>
            </a:lvl7pPr>
            <a:lvl8pPr>
              <a:defRPr sz="1500" b="1">
                <a:solidFill>
                  <a:srgbClr val="31564D"/>
                </a:solidFill>
              </a:defRPr>
            </a:lvl8pPr>
            <a:lvl9pPr>
              <a:defRPr sz="1500" b="1">
                <a:solidFill>
                  <a:srgbClr val="31564D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31564D"/>
                </a:solidFill>
              </a:defRPr>
            </a:pPr>
            <a:r>
              <a:rPr sz="1500" b="1">
                <a:solidFill>
                  <a:srgbClr val="31564D"/>
                </a:solidFill>
              </a:rPr>
              <a:t>Voices need consent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5E96C3-6FAE-48BA-8FE5-E5E8CE19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5755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District metadata helps discovery, but it cannot prove native variety or public recording rights by itself.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183601-A5B2-41DC-ABFB-972132FC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875" b="1">
                <a:solidFill>
                  <a:srgbClr val="8F1933"/>
                </a:solidFill>
              </a:defRPr>
            </a:defPPr>
            <a:lvl1pPr algn="ctr">
              <a:defRPr sz="1875" b="1">
                <a:solidFill>
                  <a:srgbClr val="8F1933"/>
                </a:solidFill>
              </a:defRPr>
            </a:lvl1pPr>
            <a:lvl2pPr algn="ctr">
              <a:defRPr sz="1875" b="1">
                <a:solidFill>
                  <a:srgbClr val="8F1933"/>
                </a:solidFill>
              </a:defRPr>
            </a:lvl2pPr>
            <a:lvl3pPr algn="ctr">
              <a:defRPr sz="1875" b="1">
                <a:solidFill>
                  <a:srgbClr val="8F1933"/>
                </a:solidFill>
              </a:defRPr>
            </a:lvl3pPr>
            <a:lvl4pPr algn="ctr">
              <a:defRPr sz="1875" b="1">
                <a:solidFill>
                  <a:srgbClr val="8F1933"/>
                </a:solidFill>
              </a:defRPr>
            </a:lvl4pPr>
            <a:lvl5pPr algn="ctr">
              <a:defRPr sz="1875" b="1">
                <a:solidFill>
                  <a:srgbClr val="8F1933"/>
                </a:solidFill>
              </a:defRPr>
            </a:lvl5pPr>
            <a:lvl6pPr algn="ctr">
              <a:defRPr sz="1875" b="1">
                <a:solidFill>
                  <a:srgbClr val="8F1933"/>
                </a:solidFill>
              </a:defRPr>
            </a:lvl6pPr>
            <a:lvl7pPr algn="ctr">
              <a:defRPr sz="1875" b="1">
                <a:solidFill>
                  <a:srgbClr val="8F1933"/>
                </a:solidFill>
              </a:defRPr>
            </a:lvl7pPr>
            <a:lvl8pPr algn="ctr">
              <a:defRPr sz="1875" b="1">
                <a:solidFill>
                  <a:srgbClr val="8F1933"/>
                </a:solidFill>
              </a:defRPr>
            </a:lvl8pPr>
            <a:lvl9pPr algn="ctr">
              <a:defRPr sz="1875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8F1933"/>
                </a:solidFill>
              </a:defRPr>
            </a:pPr>
            <a:r>
              <a:rPr sz="1875" b="1">
                <a:solidFill>
                  <a:srgbClr val="8F1933"/>
                </a:solidFill>
              </a:rPr>
              <a:t>Our answer: preserve the relationship between language, land and evidence.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2DCE62-EE13-4C45-A6EC-0B28D7F9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>
                <a:solidFill>
                  <a:srgbClr val="76645B"/>
                </a:solidFill>
              </a:defRPr>
            </a:defPPr>
            <a:lvl1pPr>
              <a:defRPr sz="750">
                <a:solidFill>
                  <a:srgbClr val="76645B"/>
                </a:solidFill>
              </a:defRPr>
            </a:lvl1pPr>
            <a:lvl2pPr>
              <a:defRPr sz="750">
                <a:solidFill>
                  <a:srgbClr val="76645B"/>
                </a:solidFill>
              </a:defRPr>
            </a:lvl2pPr>
            <a:lvl3pPr>
              <a:defRPr sz="750">
                <a:solidFill>
                  <a:srgbClr val="76645B"/>
                </a:solidFill>
              </a:defRPr>
            </a:lvl3pPr>
            <a:lvl4pPr>
              <a:defRPr sz="750">
                <a:solidFill>
                  <a:srgbClr val="76645B"/>
                </a:solidFill>
              </a:defRPr>
            </a:lvl4pPr>
            <a:lvl5pPr>
              <a:defRPr sz="750">
                <a:solidFill>
                  <a:srgbClr val="76645B"/>
                </a:solidFill>
              </a:defRPr>
            </a:lvl5pPr>
            <a:lvl6pPr>
              <a:defRPr sz="750">
                <a:solidFill>
                  <a:srgbClr val="76645B"/>
                </a:solidFill>
              </a:defRPr>
            </a:lvl6pPr>
            <a:lvl7pPr>
              <a:defRPr sz="750">
                <a:solidFill>
                  <a:srgbClr val="76645B"/>
                </a:solidFill>
              </a:defRPr>
            </a:lvl7pPr>
            <a:lvl8pPr>
              <a:defRPr sz="750">
                <a:solidFill>
                  <a:srgbClr val="76645B"/>
                </a:solidFill>
              </a:defRPr>
            </a:lvl8pPr>
            <a:lvl9pPr>
              <a:defRPr sz="7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750">
                <a:solidFill>
                  <a:srgbClr val="76645B"/>
                </a:solidFill>
              </a:defRPr>
            </a:pPr>
            <a:r>
              <a:rPr sz="750">
                <a:solidFill>
                  <a:srgbClr val="76645B"/>
                </a:solidFill>
              </a:rPr>
              <a:t>ಕನ್ನಡದ ಬೇರು  ·  PS04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5253FC-8DB0-4E1F-ACC7-4F6E4D800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6505575"/>
            <a:ext cx="2895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750">
                <a:solidFill>
                  <a:srgbClr val="76645B"/>
                </a:solidFill>
              </a:defRPr>
            </a:defPPr>
            <a:lvl1pPr algn="r">
              <a:defRPr sz="750">
                <a:solidFill>
                  <a:srgbClr val="76645B"/>
                </a:solidFill>
              </a:defRPr>
            </a:lvl1pPr>
            <a:lvl2pPr algn="r">
              <a:defRPr sz="750">
                <a:solidFill>
                  <a:srgbClr val="76645B"/>
                </a:solidFill>
              </a:defRPr>
            </a:lvl2pPr>
            <a:lvl3pPr algn="r">
              <a:defRPr sz="750">
                <a:solidFill>
                  <a:srgbClr val="76645B"/>
                </a:solidFill>
              </a:defRPr>
            </a:lvl3pPr>
            <a:lvl4pPr algn="r">
              <a:defRPr sz="750">
                <a:solidFill>
                  <a:srgbClr val="76645B"/>
                </a:solidFill>
              </a:defRPr>
            </a:lvl4pPr>
            <a:lvl5pPr algn="r">
              <a:defRPr sz="750">
                <a:solidFill>
                  <a:srgbClr val="76645B"/>
                </a:solidFill>
              </a:defRPr>
            </a:lvl5pPr>
            <a:lvl6pPr algn="r">
              <a:defRPr sz="750">
                <a:solidFill>
                  <a:srgbClr val="76645B"/>
                </a:solidFill>
              </a:defRPr>
            </a:lvl6pPr>
            <a:lvl7pPr algn="r">
              <a:defRPr sz="750">
                <a:solidFill>
                  <a:srgbClr val="76645B"/>
                </a:solidFill>
              </a:defRPr>
            </a:lvl7pPr>
            <a:lvl8pPr algn="r">
              <a:defRPr sz="750">
                <a:solidFill>
                  <a:srgbClr val="76645B"/>
                </a:solidFill>
              </a:defRPr>
            </a:lvl8pPr>
            <a:lvl9pPr algn="r">
              <a:defRPr sz="7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 algn="r">
              <a:defRPr sz="750">
                <a:solidFill>
                  <a:srgbClr val="76645B"/>
                </a:solidFill>
              </a:defRPr>
            </a:pPr>
            <a:r>
              <a:rPr sz="750">
                <a:solidFill>
                  <a:srgbClr val="76645B"/>
                </a:solidFill>
              </a:rPr>
              <a:t>kannadada-beru.vercel.app</a:t>
            </a:r>
          </a:p>
        </p:txBody>
      </p:sp>
    </p:spTree>
    <p:extLst>
      <p:ext uri="{BB962C8B-B14F-4D97-AF65-F5344CB8AC3E}">
        <p14:creationId xmlns:p14="http://schemas.microsoft.com/office/powerpoint/2010/main" val="14146822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EDC0DE-FCC5-4C3F-B53D-52B7E6EEF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F1933"/>
                </a:solidFill>
              </a:defRPr>
            </a:defPPr>
            <a:lvl1pPr>
              <a:defRPr sz="900" b="1">
                <a:solidFill>
                  <a:srgbClr val="8F1933"/>
                </a:solidFill>
              </a:defRPr>
            </a:lvl1pPr>
            <a:lvl2pPr>
              <a:defRPr sz="900" b="1">
                <a:solidFill>
                  <a:srgbClr val="8F1933"/>
                </a:solidFill>
              </a:defRPr>
            </a:lvl2pPr>
            <a:lvl3pPr>
              <a:defRPr sz="900" b="1">
                <a:solidFill>
                  <a:srgbClr val="8F1933"/>
                </a:solidFill>
              </a:defRPr>
            </a:lvl3pPr>
            <a:lvl4pPr>
              <a:defRPr sz="900" b="1">
                <a:solidFill>
                  <a:srgbClr val="8F1933"/>
                </a:solidFill>
              </a:defRPr>
            </a:lvl4pPr>
            <a:lvl5pPr>
              <a:defRPr sz="900" b="1">
                <a:solidFill>
                  <a:srgbClr val="8F1933"/>
                </a:solidFill>
              </a:defRPr>
            </a:lvl5pPr>
            <a:lvl6pPr>
              <a:defRPr sz="900" b="1">
                <a:solidFill>
                  <a:srgbClr val="8F1933"/>
                </a:solidFill>
              </a:defRPr>
            </a:lvl6pPr>
            <a:lvl7pPr>
              <a:defRPr sz="900" b="1">
                <a:solidFill>
                  <a:srgbClr val="8F1933"/>
                </a:solidFill>
              </a:defRPr>
            </a:lvl7pPr>
            <a:lvl8pPr>
              <a:defRPr sz="900" b="1">
                <a:solidFill>
                  <a:srgbClr val="8F1933"/>
                </a:solidFill>
              </a:defRPr>
            </a:lvl8pPr>
            <a:lvl9pPr>
              <a:defRPr sz="9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F1933"/>
                </a:solidFill>
              </a:defRPr>
            </a:pPr>
            <a:r>
              <a:rPr sz="900" b="1">
                <a:solidFill>
                  <a:srgbClr val="8F1933"/>
                </a:solidFill>
              </a:rPr>
              <a:t>THE SOLUTION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6479A5-0072-4183-A119-21468A0D5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271C19"/>
                </a:solidFill>
              </a:defRPr>
            </a:defPPr>
            <a:lvl1pPr>
              <a:defRPr sz="3150" b="1">
                <a:solidFill>
                  <a:srgbClr val="271C19"/>
                </a:solidFill>
              </a:defRPr>
            </a:lvl1pPr>
            <a:lvl2pPr>
              <a:defRPr sz="3150" b="1">
                <a:solidFill>
                  <a:srgbClr val="271C19"/>
                </a:solidFill>
              </a:defRPr>
            </a:lvl2pPr>
            <a:lvl3pPr>
              <a:defRPr sz="3150" b="1">
                <a:solidFill>
                  <a:srgbClr val="271C19"/>
                </a:solidFill>
              </a:defRPr>
            </a:lvl3pPr>
            <a:lvl4pPr>
              <a:defRPr sz="3150" b="1">
                <a:solidFill>
                  <a:srgbClr val="271C19"/>
                </a:solidFill>
              </a:defRPr>
            </a:lvl4pPr>
            <a:lvl5pPr>
              <a:defRPr sz="3150" b="1">
                <a:solidFill>
                  <a:srgbClr val="271C19"/>
                </a:solidFill>
              </a:defRPr>
            </a:lvl5pPr>
            <a:lvl6pPr>
              <a:defRPr sz="3150" b="1">
                <a:solidFill>
                  <a:srgbClr val="271C19"/>
                </a:solidFill>
              </a:defRPr>
            </a:lvl6pPr>
            <a:lvl7pPr>
              <a:defRPr sz="3150" b="1">
                <a:solidFill>
                  <a:srgbClr val="271C19"/>
                </a:solidFill>
              </a:defRPr>
            </a:lvl7pPr>
            <a:lvl8pPr>
              <a:defRPr sz="3150" b="1">
                <a:solidFill>
                  <a:srgbClr val="271C19"/>
                </a:solidFill>
              </a:defRPr>
            </a:lvl8pPr>
            <a:lvl9pPr>
              <a:defRPr sz="3150" b="1">
                <a:solidFill>
                  <a:srgbClr val="271C19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1C19"/>
                </a:solidFill>
              </a:defRPr>
            </a:pPr>
            <a:r>
              <a:rPr sz="3150" b="1">
                <a:solidFill>
                  <a:srgbClr val="271C19"/>
                </a:solidFill>
              </a:rPr>
              <a:t>One journey from place to word to voice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C673F8-2849-4031-B15B-904AC7EE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14500"/>
            <a:ext cx="981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>
                <a:solidFill>
                  <a:srgbClr val="76645B"/>
                </a:solidFill>
              </a:defRPr>
            </a:defPPr>
            <a:lvl1pPr>
              <a:defRPr sz="1350">
                <a:solidFill>
                  <a:srgbClr val="76645B"/>
                </a:solidFill>
              </a:defRPr>
            </a:lvl1pPr>
            <a:lvl2pPr>
              <a:defRPr sz="1350">
                <a:solidFill>
                  <a:srgbClr val="76645B"/>
                </a:solidFill>
              </a:defRPr>
            </a:lvl2pPr>
            <a:lvl3pPr>
              <a:defRPr sz="1350">
                <a:solidFill>
                  <a:srgbClr val="76645B"/>
                </a:solidFill>
              </a:defRPr>
            </a:lvl3pPr>
            <a:lvl4pPr>
              <a:defRPr sz="1350">
                <a:solidFill>
                  <a:srgbClr val="76645B"/>
                </a:solidFill>
              </a:defRPr>
            </a:lvl4pPr>
            <a:lvl5pPr>
              <a:defRPr sz="1350">
                <a:solidFill>
                  <a:srgbClr val="76645B"/>
                </a:solidFill>
              </a:defRPr>
            </a:lvl5pPr>
            <a:lvl6pPr>
              <a:defRPr sz="1350">
                <a:solidFill>
                  <a:srgbClr val="76645B"/>
                </a:solidFill>
              </a:defRPr>
            </a:lvl6pPr>
            <a:lvl7pPr>
              <a:defRPr sz="1350">
                <a:solidFill>
                  <a:srgbClr val="76645B"/>
                </a:solidFill>
              </a:defRPr>
            </a:lvl7pPr>
            <a:lvl8pPr>
              <a:defRPr sz="1350">
                <a:solidFill>
                  <a:srgbClr val="76645B"/>
                </a:solidFill>
              </a:defRPr>
            </a:lvl8pPr>
            <a:lvl9pPr>
              <a:defRPr sz="13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350">
                <a:solidFill>
                  <a:srgbClr val="76645B"/>
                </a:solidFill>
              </a:defRPr>
            </a:pPr>
            <a:r>
              <a:rPr sz="1350">
                <a:solidFill>
                  <a:srgbClr val="76645B"/>
                </a:solidFill>
              </a:rPr>
              <a:t>The homepage now leads directly to the most distinctive regional-language experience.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50860C-D6D7-463D-AC5E-AD6D2A2EB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524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 b="1">
                <a:solidFill>
                  <a:srgbClr val="D9A72E"/>
                </a:solidFill>
              </a:defRPr>
            </a:defPPr>
            <a:lvl1pPr algn="r">
              <a:defRPr sz="900" b="1">
                <a:solidFill>
                  <a:srgbClr val="D9A72E"/>
                </a:solidFill>
              </a:defRPr>
            </a:lvl1pPr>
            <a:lvl2pPr algn="r">
              <a:defRPr sz="900" b="1">
                <a:solidFill>
                  <a:srgbClr val="D9A72E"/>
                </a:solidFill>
              </a:defRPr>
            </a:lvl2pPr>
            <a:lvl3pPr algn="r">
              <a:defRPr sz="900" b="1">
                <a:solidFill>
                  <a:srgbClr val="D9A72E"/>
                </a:solidFill>
              </a:defRPr>
            </a:lvl3pPr>
            <a:lvl4pPr algn="r">
              <a:defRPr sz="900" b="1">
                <a:solidFill>
                  <a:srgbClr val="D9A72E"/>
                </a:solidFill>
              </a:defRPr>
            </a:lvl4pPr>
            <a:lvl5pPr algn="r">
              <a:defRPr sz="900" b="1">
                <a:solidFill>
                  <a:srgbClr val="D9A72E"/>
                </a:solidFill>
              </a:defRPr>
            </a:lvl5pPr>
            <a:lvl6pPr algn="r">
              <a:defRPr sz="900" b="1">
                <a:solidFill>
                  <a:srgbClr val="D9A72E"/>
                </a:solidFill>
              </a:defRPr>
            </a:lvl6pPr>
            <a:lvl7pPr algn="r">
              <a:defRPr sz="900" b="1">
                <a:solidFill>
                  <a:srgbClr val="D9A72E"/>
                </a:solidFill>
              </a:defRPr>
            </a:lvl7pPr>
            <a:lvl8pPr algn="r">
              <a:defRPr sz="900" b="1">
                <a:solidFill>
                  <a:srgbClr val="D9A72E"/>
                </a:solidFill>
              </a:defRPr>
            </a:lvl8pPr>
            <a:lvl9pPr algn="r">
              <a:defRPr sz="900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D9A72E"/>
                </a:solidFill>
              </a:defRPr>
            </a:pPr>
            <a:r>
              <a:rPr sz="900" b="1">
                <a:solidFill>
                  <a:srgbClr val="D9A72E"/>
                </a:solidFill>
              </a:rPr>
              <a:t>03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15B261-08FF-42F9-B891-A982920F64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67c7fab1054190"/>
          <a:srcRect xmlns:a="http://schemas.openxmlformats.org/drawingml/2006/main" l="0" t="5077" r="0" b="50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381250"/>
            <a:ext cx="6191250" cy="3476625"/>
          </a:xfrm>
          <a:prstGeom xmlns:a="http://schemas.openxmlformats.org/drawingml/2006/main" prst="roundRect">
            <a:avLst>
              <a:gd name="adj" fmla="val 3288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45D52F-1004-4025-B281-04485D4C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81250"/>
            <a:ext cx="41719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451824-DF5B-475C-8D9F-42E5704B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81250"/>
            <a:ext cx="6667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933"/>
          </a:solidFill>
          <a:ln xmlns:a="http://schemas.openxmlformats.org/drawingml/2006/main" w="0">
            <a:solidFill>
              <a:srgbClr val="8F193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559107-ED40-4B64-A686-490B4B9B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59080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8F1933"/>
                </a:solidFill>
              </a:defRPr>
            </a:defPPr>
            <a:lvl1pPr>
              <a:defRPr sz="1500" b="1">
                <a:solidFill>
                  <a:srgbClr val="8F1933"/>
                </a:solidFill>
              </a:defRPr>
            </a:lvl1pPr>
            <a:lvl2pPr>
              <a:defRPr sz="1500" b="1">
                <a:solidFill>
                  <a:srgbClr val="8F1933"/>
                </a:solidFill>
              </a:defRPr>
            </a:lvl2pPr>
            <a:lvl3pPr>
              <a:defRPr sz="1500" b="1">
                <a:solidFill>
                  <a:srgbClr val="8F1933"/>
                </a:solidFill>
              </a:defRPr>
            </a:lvl3pPr>
            <a:lvl4pPr>
              <a:defRPr sz="1500" b="1">
                <a:solidFill>
                  <a:srgbClr val="8F1933"/>
                </a:solidFill>
              </a:defRPr>
            </a:lvl4pPr>
            <a:lvl5pPr>
              <a:defRPr sz="1500" b="1">
                <a:solidFill>
                  <a:srgbClr val="8F1933"/>
                </a:solidFill>
              </a:defRPr>
            </a:lvl5pPr>
            <a:lvl6pPr>
              <a:defRPr sz="1500" b="1">
                <a:solidFill>
                  <a:srgbClr val="8F1933"/>
                </a:solidFill>
              </a:defRPr>
            </a:lvl6pPr>
            <a:lvl7pPr>
              <a:defRPr sz="1500" b="1">
                <a:solidFill>
                  <a:srgbClr val="8F1933"/>
                </a:solidFill>
              </a:defRPr>
            </a:lvl7pPr>
            <a:lvl8pPr>
              <a:defRPr sz="1500" b="1">
                <a:solidFill>
                  <a:srgbClr val="8F1933"/>
                </a:solidFill>
              </a:defRPr>
            </a:lvl8pPr>
            <a:lvl9pPr>
              <a:defRPr sz="15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8F1933"/>
                </a:solidFill>
              </a:defRPr>
            </a:pPr>
            <a:r>
              <a:rPr sz="1500" b="1">
                <a:solidFill>
                  <a:srgbClr val="8F1933"/>
                </a:solidFill>
              </a:rPr>
              <a:t>Judge journey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D127D7-81D4-4906-AF67-12046E21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067050"/>
            <a:ext cx="3695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Home → Many Living Voices → district or region → comparison → Pada Beru → contribution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C2C599-2DCC-4767-BF31-D8F53F61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095750"/>
            <a:ext cx="4171950" cy="1762125"/>
          </a:xfrm>
          <a:prstGeom xmlns:a="http://schemas.openxmlformats.org/drawingml/2006/main" prst="roundRect">
            <a:avLst>
              <a:gd name="adj" fmla="val 648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3B1BDC-710A-49E4-9764-C0F2BC6A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095750"/>
            <a:ext cx="666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64D"/>
          </a:solidFill>
          <a:ln xmlns:a="http://schemas.openxmlformats.org/drawingml/2006/main" w="0">
            <a:solidFill>
              <a:srgbClr val="31564D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8CE2BB-D2C1-4862-8A1A-2BBDD869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30530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31564D"/>
                </a:solidFill>
              </a:defRPr>
            </a:defPPr>
            <a:lvl1pPr>
              <a:defRPr sz="1500" b="1">
                <a:solidFill>
                  <a:srgbClr val="31564D"/>
                </a:solidFill>
              </a:defRPr>
            </a:lvl1pPr>
            <a:lvl2pPr>
              <a:defRPr sz="1500" b="1">
                <a:solidFill>
                  <a:srgbClr val="31564D"/>
                </a:solidFill>
              </a:defRPr>
            </a:lvl2pPr>
            <a:lvl3pPr>
              <a:defRPr sz="1500" b="1">
                <a:solidFill>
                  <a:srgbClr val="31564D"/>
                </a:solidFill>
              </a:defRPr>
            </a:lvl3pPr>
            <a:lvl4pPr>
              <a:defRPr sz="1500" b="1">
                <a:solidFill>
                  <a:srgbClr val="31564D"/>
                </a:solidFill>
              </a:defRPr>
            </a:lvl4pPr>
            <a:lvl5pPr>
              <a:defRPr sz="1500" b="1">
                <a:solidFill>
                  <a:srgbClr val="31564D"/>
                </a:solidFill>
              </a:defRPr>
            </a:lvl5pPr>
            <a:lvl6pPr>
              <a:defRPr sz="1500" b="1">
                <a:solidFill>
                  <a:srgbClr val="31564D"/>
                </a:solidFill>
              </a:defRPr>
            </a:lvl6pPr>
            <a:lvl7pPr>
              <a:defRPr sz="1500" b="1">
                <a:solidFill>
                  <a:srgbClr val="31564D"/>
                </a:solidFill>
              </a:defRPr>
            </a:lvl7pPr>
            <a:lvl8pPr>
              <a:defRPr sz="1500" b="1">
                <a:solidFill>
                  <a:srgbClr val="31564D"/>
                </a:solidFill>
              </a:defRPr>
            </a:lvl8pPr>
            <a:lvl9pPr>
              <a:defRPr sz="1500" b="1">
                <a:solidFill>
                  <a:srgbClr val="31564D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31564D"/>
                </a:solidFill>
              </a:defRPr>
            </a:pPr>
            <a:r>
              <a:rPr sz="1500" b="1">
                <a:solidFill>
                  <a:srgbClr val="31564D"/>
                </a:solidFill>
              </a:rPr>
              <a:t>Kannada first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1BBB4A-6C7F-4122-83BA-546CD13FA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781550"/>
            <a:ext cx="3695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Kannada leads the interface. English and Romanization make the experience accessible without replacing the language.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71624A-084D-48E8-8B27-B6138F07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>
                <a:solidFill>
                  <a:srgbClr val="76645B"/>
                </a:solidFill>
              </a:defRPr>
            </a:defPPr>
            <a:lvl1pPr>
              <a:defRPr sz="750">
                <a:solidFill>
                  <a:srgbClr val="76645B"/>
                </a:solidFill>
              </a:defRPr>
            </a:lvl1pPr>
            <a:lvl2pPr>
              <a:defRPr sz="750">
                <a:solidFill>
                  <a:srgbClr val="76645B"/>
                </a:solidFill>
              </a:defRPr>
            </a:lvl2pPr>
            <a:lvl3pPr>
              <a:defRPr sz="750">
                <a:solidFill>
                  <a:srgbClr val="76645B"/>
                </a:solidFill>
              </a:defRPr>
            </a:lvl3pPr>
            <a:lvl4pPr>
              <a:defRPr sz="750">
                <a:solidFill>
                  <a:srgbClr val="76645B"/>
                </a:solidFill>
              </a:defRPr>
            </a:lvl4pPr>
            <a:lvl5pPr>
              <a:defRPr sz="750">
                <a:solidFill>
                  <a:srgbClr val="76645B"/>
                </a:solidFill>
              </a:defRPr>
            </a:lvl5pPr>
            <a:lvl6pPr>
              <a:defRPr sz="750">
                <a:solidFill>
                  <a:srgbClr val="76645B"/>
                </a:solidFill>
              </a:defRPr>
            </a:lvl6pPr>
            <a:lvl7pPr>
              <a:defRPr sz="750">
                <a:solidFill>
                  <a:srgbClr val="76645B"/>
                </a:solidFill>
              </a:defRPr>
            </a:lvl7pPr>
            <a:lvl8pPr>
              <a:defRPr sz="750">
                <a:solidFill>
                  <a:srgbClr val="76645B"/>
                </a:solidFill>
              </a:defRPr>
            </a:lvl8pPr>
            <a:lvl9pPr>
              <a:defRPr sz="7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750">
                <a:solidFill>
                  <a:srgbClr val="76645B"/>
                </a:solidFill>
              </a:defRPr>
            </a:pPr>
            <a:r>
              <a:rPr sz="750">
                <a:solidFill>
                  <a:srgbClr val="76645B"/>
                </a:solidFill>
              </a:rPr>
              <a:t>ಕನ್ನಡದ ಬೇರು  ·  PS04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65A124-E348-411B-B024-8C30F58C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6505575"/>
            <a:ext cx="2895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750">
                <a:solidFill>
                  <a:srgbClr val="76645B"/>
                </a:solidFill>
              </a:defRPr>
            </a:defPPr>
            <a:lvl1pPr algn="r">
              <a:defRPr sz="750">
                <a:solidFill>
                  <a:srgbClr val="76645B"/>
                </a:solidFill>
              </a:defRPr>
            </a:lvl1pPr>
            <a:lvl2pPr algn="r">
              <a:defRPr sz="750">
                <a:solidFill>
                  <a:srgbClr val="76645B"/>
                </a:solidFill>
              </a:defRPr>
            </a:lvl2pPr>
            <a:lvl3pPr algn="r">
              <a:defRPr sz="750">
                <a:solidFill>
                  <a:srgbClr val="76645B"/>
                </a:solidFill>
              </a:defRPr>
            </a:lvl3pPr>
            <a:lvl4pPr algn="r">
              <a:defRPr sz="750">
                <a:solidFill>
                  <a:srgbClr val="76645B"/>
                </a:solidFill>
              </a:defRPr>
            </a:lvl4pPr>
            <a:lvl5pPr algn="r">
              <a:defRPr sz="750">
                <a:solidFill>
                  <a:srgbClr val="76645B"/>
                </a:solidFill>
              </a:defRPr>
            </a:lvl5pPr>
            <a:lvl6pPr algn="r">
              <a:defRPr sz="750">
                <a:solidFill>
                  <a:srgbClr val="76645B"/>
                </a:solidFill>
              </a:defRPr>
            </a:lvl6pPr>
            <a:lvl7pPr algn="r">
              <a:defRPr sz="750">
                <a:solidFill>
                  <a:srgbClr val="76645B"/>
                </a:solidFill>
              </a:defRPr>
            </a:lvl7pPr>
            <a:lvl8pPr algn="r">
              <a:defRPr sz="750">
                <a:solidFill>
                  <a:srgbClr val="76645B"/>
                </a:solidFill>
              </a:defRPr>
            </a:lvl8pPr>
            <a:lvl9pPr algn="r">
              <a:defRPr sz="7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 algn="r">
              <a:defRPr sz="750">
                <a:solidFill>
                  <a:srgbClr val="76645B"/>
                </a:solidFill>
              </a:defRPr>
            </a:pPr>
            <a:r>
              <a:rPr sz="750">
                <a:solidFill>
                  <a:srgbClr val="76645B"/>
                </a:solidFill>
              </a:rPr>
              <a:t>kannadada-beru.vercel.app</a:t>
            </a:r>
          </a:p>
        </p:txBody>
      </p:sp>
    </p:spTree>
    <p:extLst>
      <p:ext uri="{BB962C8B-B14F-4D97-AF65-F5344CB8AC3E}">
        <p14:creationId xmlns:p14="http://schemas.microsoft.com/office/powerpoint/2010/main" val="14524544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8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3042E8-81CF-4350-927F-C5FB9A4D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F1933"/>
                </a:solidFill>
              </a:defRPr>
            </a:defPPr>
            <a:lvl1pPr>
              <a:defRPr sz="900" b="1">
                <a:solidFill>
                  <a:srgbClr val="8F1933"/>
                </a:solidFill>
              </a:defRPr>
            </a:lvl1pPr>
            <a:lvl2pPr>
              <a:defRPr sz="900" b="1">
                <a:solidFill>
                  <a:srgbClr val="8F1933"/>
                </a:solidFill>
              </a:defRPr>
            </a:lvl2pPr>
            <a:lvl3pPr>
              <a:defRPr sz="900" b="1">
                <a:solidFill>
                  <a:srgbClr val="8F1933"/>
                </a:solidFill>
              </a:defRPr>
            </a:lvl3pPr>
            <a:lvl4pPr>
              <a:defRPr sz="900" b="1">
                <a:solidFill>
                  <a:srgbClr val="8F1933"/>
                </a:solidFill>
              </a:defRPr>
            </a:lvl4pPr>
            <a:lvl5pPr>
              <a:defRPr sz="900" b="1">
                <a:solidFill>
                  <a:srgbClr val="8F1933"/>
                </a:solidFill>
              </a:defRPr>
            </a:lvl5pPr>
            <a:lvl6pPr>
              <a:defRPr sz="900" b="1">
                <a:solidFill>
                  <a:srgbClr val="8F1933"/>
                </a:solidFill>
              </a:defRPr>
            </a:lvl6pPr>
            <a:lvl7pPr>
              <a:defRPr sz="900" b="1">
                <a:solidFill>
                  <a:srgbClr val="8F1933"/>
                </a:solidFill>
              </a:defRPr>
            </a:lvl7pPr>
            <a:lvl8pPr>
              <a:defRPr sz="900" b="1">
                <a:solidFill>
                  <a:srgbClr val="8F1933"/>
                </a:solidFill>
              </a:defRPr>
            </a:lvl8pPr>
            <a:lvl9pPr>
              <a:defRPr sz="9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F1933"/>
                </a:solidFill>
              </a:defRPr>
            </a:pPr>
            <a:r>
              <a:rPr sz="900" b="1">
                <a:solidFill>
                  <a:srgbClr val="8F1933"/>
                </a:solidFill>
              </a:rPr>
              <a:t>FLAGSHIP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C4F881-C257-452E-A5D7-2013BDF1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271C19"/>
                </a:solidFill>
              </a:defRPr>
            </a:defPPr>
            <a:lvl1pPr>
              <a:defRPr sz="3150" b="1">
                <a:solidFill>
                  <a:srgbClr val="271C19"/>
                </a:solidFill>
              </a:defRPr>
            </a:lvl1pPr>
            <a:lvl2pPr>
              <a:defRPr sz="3150" b="1">
                <a:solidFill>
                  <a:srgbClr val="271C19"/>
                </a:solidFill>
              </a:defRPr>
            </a:lvl2pPr>
            <a:lvl3pPr>
              <a:defRPr sz="3150" b="1">
                <a:solidFill>
                  <a:srgbClr val="271C19"/>
                </a:solidFill>
              </a:defRPr>
            </a:lvl3pPr>
            <a:lvl4pPr>
              <a:defRPr sz="3150" b="1">
                <a:solidFill>
                  <a:srgbClr val="271C19"/>
                </a:solidFill>
              </a:defRPr>
            </a:lvl4pPr>
            <a:lvl5pPr>
              <a:defRPr sz="3150" b="1">
                <a:solidFill>
                  <a:srgbClr val="271C19"/>
                </a:solidFill>
              </a:defRPr>
            </a:lvl5pPr>
            <a:lvl6pPr>
              <a:defRPr sz="3150" b="1">
                <a:solidFill>
                  <a:srgbClr val="271C19"/>
                </a:solidFill>
              </a:defRPr>
            </a:lvl6pPr>
            <a:lvl7pPr>
              <a:defRPr sz="3150" b="1">
                <a:solidFill>
                  <a:srgbClr val="271C19"/>
                </a:solidFill>
              </a:defRPr>
            </a:lvl7pPr>
            <a:lvl8pPr>
              <a:defRPr sz="3150" b="1">
                <a:solidFill>
                  <a:srgbClr val="271C19"/>
                </a:solidFill>
              </a:defRPr>
            </a:lvl8pPr>
            <a:lvl9pPr>
              <a:defRPr sz="3150" b="1">
                <a:solidFill>
                  <a:srgbClr val="271C19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1C19"/>
                </a:solidFill>
              </a:defRPr>
            </a:pPr>
            <a:r>
              <a:rPr sz="3150" b="1">
                <a:solidFill>
                  <a:srgbClr val="271C19"/>
                </a:solidFill>
              </a:rPr>
              <a:t>ಒಂದೇ ಕನ್ನಡ · ಹಲವು ಬದುಕಿನ ನುಡಿಗಳು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04149E-9AF2-4388-9581-B346FD5E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14500"/>
            <a:ext cx="981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>
                <a:solidFill>
                  <a:srgbClr val="76645B"/>
                </a:solidFill>
              </a:defRPr>
            </a:defPPr>
            <a:lvl1pPr>
              <a:defRPr sz="1350">
                <a:solidFill>
                  <a:srgbClr val="76645B"/>
                </a:solidFill>
              </a:defRPr>
            </a:lvl1pPr>
            <a:lvl2pPr>
              <a:defRPr sz="1350">
                <a:solidFill>
                  <a:srgbClr val="76645B"/>
                </a:solidFill>
              </a:defRPr>
            </a:lvl2pPr>
            <a:lvl3pPr>
              <a:defRPr sz="1350">
                <a:solidFill>
                  <a:srgbClr val="76645B"/>
                </a:solidFill>
              </a:defRPr>
            </a:lvl3pPr>
            <a:lvl4pPr>
              <a:defRPr sz="1350">
                <a:solidFill>
                  <a:srgbClr val="76645B"/>
                </a:solidFill>
              </a:defRPr>
            </a:lvl4pPr>
            <a:lvl5pPr>
              <a:defRPr sz="1350">
                <a:solidFill>
                  <a:srgbClr val="76645B"/>
                </a:solidFill>
              </a:defRPr>
            </a:lvl5pPr>
            <a:lvl6pPr>
              <a:defRPr sz="1350">
                <a:solidFill>
                  <a:srgbClr val="76645B"/>
                </a:solidFill>
              </a:defRPr>
            </a:lvl6pPr>
            <a:lvl7pPr>
              <a:defRPr sz="1350">
                <a:solidFill>
                  <a:srgbClr val="76645B"/>
                </a:solidFill>
              </a:defRPr>
            </a:lvl7pPr>
            <a:lvl8pPr>
              <a:defRPr sz="1350">
                <a:solidFill>
                  <a:srgbClr val="76645B"/>
                </a:solidFill>
              </a:defRPr>
            </a:lvl8pPr>
            <a:lvl9pPr>
              <a:defRPr sz="13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350">
                <a:solidFill>
                  <a:srgbClr val="76645B"/>
                </a:solidFill>
              </a:defRPr>
            </a:pPr>
            <a:r>
              <a:rPr sz="1350">
                <a:solidFill>
                  <a:srgbClr val="76645B"/>
                </a:solidFill>
              </a:rPr>
              <a:t>One Kannada · many living voices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7099F6-AA14-454E-B244-7381D6C97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524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 b="1">
                <a:solidFill>
                  <a:srgbClr val="D9A72E"/>
                </a:solidFill>
              </a:defRPr>
            </a:defPPr>
            <a:lvl1pPr algn="r">
              <a:defRPr sz="900" b="1">
                <a:solidFill>
                  <a:srgbClr val="D9A72E"/>
                </a:solidFill>
              </a:defRPr>
            </a:lvl1pPr>
            <a:lvl2pPr algn="r">
              <a:defRPr sz="900" b="1">
                <a:solidFill>
                  <a:srgbClr val="D9A72E"/>
                </a:solidFill>
              </a:defRPr>
            </a:lvl2pPr>
            <a:lvl3pPr algn="r">
              <a:defRPr sz="900" b="1">
                <a:solidFill>
                  <a:srgbClr val="D9A72E"/>
                </a:solidFill>
              </a:defRPr>
            </a:lvl3pPr>
            <a:lvl4pPr algn="r">
              <a:defRPr sz="900" b="1">
                <a:solidFill>
                  <a:srgbClr val="D9A72E"/>
                </a:solidFill>
              </a:defRPr>
            </a:lvl4pPr>
            <a:lvl5pPr algn="r">
              <a:defRPr sz="900" b="1">
                <a:solidFill>
                  <a:srgbClr val="D9A72E"/>
                </a:solidFill>
              </a:defRPr>
            </a:lvl5pPr>
            <a:lvl6pPr algn="r">
              <a:defRPr sz="900" b="1">
                <a:solidFill>
                  <a:srgbClr val="D9A72E"/>
                </a:solidFill>
              </a:defRPr>
            </a:lvl6pPr>
            <a:lvl7pPr algn="r">
              <a:defRPr sz="900" b="1">
                <a:solidFill>
                  <a:srgbClr val="D9A72E"/>
                </a:solidFill>
              </a:defRPr>
            </a:lvl7pPr>
            <a:lvl8pPr algn="r">
              <a:defRPr sz="900" b="1">
                <a:solidFill>
                  <a:srgbClr val="D9A72E"/>
                </a:solidFill>
              </a:defRPr>
            </a:lvl8pPr>
            <a:lvl9pPr algn="r">
              <a:defRPr sz="900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D9A72E"/>
                </a:solidFill>
              </a:defRPr>
            </a:pPr>
            <a:r>
              <a:rPr sz="900" b="1">
                <a:solidFill>
                  <a:srgbClr val="D9A72E"/>
                </a:solidFill>
              </a:rPr>
              <a:t>04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47BA3E-B15F-4176-BEF5-5DDBDD3C93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ce666705534f5c"/>
          <a:srcRect xmlns:a="http://schemas.openxmlformats.org/drawingml/2006/main" l="0" t="4783" r="0" b="47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286000"/>
            <a:ext cx="6572250" cy="3714750"/>
          </a:xfrm>
          <a:prstGeom xmlns:a="http://schemas.openxmlformats.org/drawingml/2006/main" prst="roundRect">
            <a:avLst>
              <a:gd name="adj" fmla="val 307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2A4190-F5F3-4EF0-A2E6-4EFBD771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286000"/>
            <a:ext cx="386715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0CE549-FE41-43B2-9CA1-862FDE6D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286000"/>
            <a:ext cx="66675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933"/>
          </a:solidFill>
          <a:ln xmlns:a="http://schemas.openxmlformats.org/drawingml/2006/main" w="0">
            <a:solidFill>
              <a:srgbClr val="8F193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75A6A7-C28B-4CAF-8222-3109D638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9555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8F1933"/>
                </a:solidFill>
              </a:defRPr>
            </a:defPPr>
            <a:lvl1pPr>
              <a:defRPr sz="1500" b="1">
                <a:solidFill>
                  <a:srgbClr val="8F1933"/>
                </a:solidFill>
              </a:defRPr>
            </a:lvl1pPr>
            <a:lvl2pPr>
              <a:defRPr sz="1500" b="1">
                <a:solidFill>
                  <a:srgbClr val="8F1933"/>
                </a:solidFill>
              </a:defRPr>
            </a:lvl2pPr>
            <a:lvl3pPr>
              <a:defRPr sz="1500" b="1">
                <a:solidFill>
                  <a:srgbClr val="8F1933"/>
                </a:solidFill>
              </a:defRPr>
            </a:lvl3pPr>
            <a:lvl4pPr>
              <a:defRPr sz="1500" b="1">
                <a:solidFill>
                  <a:srgbClr val="8F1933"/>
                </a:solidFill>
              </a:defRPr>
            </a:lvl4pPr>
            <a:lvl5pPr>
              <a:defRPr sz="1500" b="1">
                <a:solidFill>
                  <a:srgbClr val="8F1933"/>
                </a:solidFill>
              </a:defRPr>
            </a:lvl5pPr>
            <a:lvl6pPr>
              <a:defRPr sz="1500" b="1">
                <a:solidFill>
                  <a:srgbClr val="8F1933"/>
                </a:solidFill>
              </a:defRPr>
            </a:lvl6pPr>
            <a:lvl7pPr>
              <a:defRPr sz="1500" b="1">
                <a:solidFill>
                  <a:srgbClr val="8F1933"/>
                </a:solidFill>
              </a:defRPr>
            </a:lvl7pPr>
            <a:lvl8pPr>
              <a:defRPr sz="1500" b="1">
                <a:solidFill>
                  <a:srgbClr val="8F1933"/>
                </a:solidFill>
              </a:defRPr>
            </a:lvl8pPr>
            <a:lvl9pPr>
              <a:defRPr sz="15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8F1933"/>
                </a:solidFill>
              </a:defRPr>
            </a:pPr>
            <a:r>
              <a:rPr sz="1500" b="1">
                <a:solidFill>
                  <a:srgbClr val="8F1933"/>
                </a:solidFill>
              </a:rPr>
              <a:t>12 General Kannada voices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D5A967-0DFE-4BC5-B0D4-2FDE09652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971800"/>
            <a:ext cx="3390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Each local OGG keeps its Commons source, speaker, date, CC0 licence and checksums. No speaker region is claimed.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D65133-2AE0-48E4-BAEF-66E036590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191000"/>
            <a:ext cx="38671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DEE93C-BE28-4100-9F8D-E1175C96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19100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64D"/>
          </a:solidFill>
          <a:ln xmlns:a="http://schemas.openxmlformats.org/drawingml/2006/main" w="0">
            <a:solidFill>
              <a:srgbClr val="31564D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850DAB-E621-4684-8868-8BFEB310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0055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31564D"/>
                </a:solidFill>
              </a:defRPr>
            </a:defPPr>
            <a:lvl1pPr>
              <a:defRPr sz="1500" b="1">
                <a:solidFill>
                  <a:srgbClr val="31564D"/>
                </a:solidFill>
              </a:defRPr>
            </a:lvl1pPr>
            <a:lvl2pPr>
              <a:defRPr sz="1500" b="1">
                <a:solidFill>
                  <a:srgbClr val="31564D"/>
                </a:solidFill>
              </a:defRPr>
            </a:lvl2pPr>
            <a:lvl3pPr>
              <a:defRPr sz="1500" b="1">
                <a:solidFill>
                  <a:srgbClr val="31564D"/>
                </a:solidFill>
              </a:defRPr>
            </a:lvl3pPr>
            <a:lvl4pPr>
              <a:defRPr sz="1500" b="1">
                <a:solidFill>
                  <a:srgbClr val="31564D"/>
                </a:solidFill>
              </a:defRPr>
            </a:lvl4pPr>
            <a:lvl5pPr>
              <a:defRPr sz="1500" b="1">
                <a:solidFill>
                  <a:srgbClr val="31564D"/>
                </a:solidFill>
              </a:defRPr>
            </a:lvl5pPr>
            <a:lvl6pPr>
              <a:defRPr sz="1500" b="1">
                <a:solidFill>
                  <a:srgbClr val="31564D"/>
                </a:solidFill>
              </a:defRPr>
            </a:lvl6pPr>
            <a:lvl7pPr>
              <a:defRPr sz="1500" b="1">
                <a:solidFill>
                  <a:srgbClr val="31564D"/>
                </a:solidFill>
              </a:defRPr>
            </a:lvl7pPr>
            <a:lvl8pPr>
              <a:defRPr sz="1500" b="1">
                <a:solidFill>
                  <a:srgbClr val="31564D"/>
                </a:solidFill>
              </a:defRPr>
            </a:lvl8pPr>
            <a:lvl9pPr>
              <a:defRPr sz="1500" b="1">
                <a:solidFill>
                  <a:srgbClr val="31564D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31564D"/>
                </a:solidFill>
              </a:defRPr>
            </a:pPr>
            <a:r>
              <a:rPr sz="1500" b="1">
                <a:solidFill>
                  <a:srgbClr val="31564D"/>
                </a:solidFill>
              </a:rPr>
              <a:t>36 regional evidence gates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F2A00C-3DF4-4FF0-A4FA-AAB2B2E4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76800"/>
            <a:ext cx="3390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Mysuru, Dharwad and Kalaburagi Play controls stay disabled until the same prompt, consent, origin metadata and two human checks match.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72122F-594B-4E63-A6C5-A7EA3AF9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>
                <a:solidFill>
                  <a:srgbClr val="76645B"/>
                </a:solidFill>
              </a:defRPr>
            </a:defPPr>
            <a:lvl1pPr>
              <a:defRPr sz="750">
                <a:solidFill>
                  <a:srgbClr val="76645B"/>
                </a:solidFill>
              </a:defRPr>
            </a:lvl1pPr>
            <a:lvl2pPr>
              <a:defRPr sz="750">
                <a:solidFill>
                  <a:srgbClr val="76645B"/>
                </a:solidFill>
              </a:defRPr>
            </a:lvl2pPr>
            <a:lvl3pPr>
              <a:defRPr sz="750">
                <a:solidFill>
                  <a:srgbClr val="76645B"/>
                </a:solidFill>
              </a:defRPr>
            </a:lvl3pPr>
            <a:lvl4pPr>
              <a:defRPr sz="750">
                <a:solidFill>
                  <a:srgbClr val="76645B"/>
                </a:solidFill>
              </a:defRPr>
            </a:lvl4pPr>
            <a:lvl5pPr>
              <a:defRPr sz="750">
                <a:solidFill>
                  <a:srgbClr val="76645B"/>
                </a:solidFill>
              </a:defRPr>
            </a:lvl5pPr>
            <a:lvl6pPr>
              <a:defRPr sz="750">
                <a:solidFill>
                  <a:srgbClr val="76645B"/>
                </a:solidFill>
              </a:defRPr>
            </a:lvl6pPr>
            <a:lvl7pPr>
              <a:defRPr sz="750">
                <a:solidFill>
                  <a:srgbClr val="76645B"/>
                </a:solidFill>
              </a:defRPr>
            </a:lvl7pPr>
            <a:lvl8pPr>
              <a:defRPr sz="750">
                <a:solidFill>
                  <a:srgbClr val="76645B"/>
                </a:solidFill>
              </a:defRPr>
            </a:lvl8pPr>
            <a:lvl9pPr>
              <a:defRPr sz="7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750">
                <a:solidFill>
                  <a:srgbClr val="76645B"/>
                </a:solidFill>
              </a:defRPr>
            </a:pPr>
            <a:r>
              <a:rPr sz="750">
                <a:solidFill>
                  <a:srgbClr val="76645B"/>
                </a:solidFill>
              </a:rPr>
              <a:t>ಕನ್ನಡದ ಬೇರು  ·  PS04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0B74B8-4EC6-487E-9BFF-CF0A4BBAB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6505575"/>
            <a:ext cx="2895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750">
                <a:solidFill>
                  <a:srgbClr val="76645B"/>
                </a:solidFill>
              </a:defRPr>
            </a:defPPr>
            <a:lvl1pPr algn="r">
              <a:defRPr sz="750">
                <a:solidFill>
                  <a:srgbClr val="76645B"/>
                </a:solidFill>
              </a:defRPr>
            </a:lvl1pPr>
            <a:lvl2pPr algn="r">
              <a:defRPr sz="750">
                <a:solidFill>
                  <a:srgbClr val="76645B"/>
                </a:solidFill>
              </a:defRPr>
            </a:lvl2pPr>
            <a:lvl3pPr algn="r">
              <a:defRPr sz="750">
                <a:solidFill>
                  <a:srgbClr val="76645B"/>
                </a:solidFill>
              </a:defRPr>
            </a:lvl3pPr>
            <a:lvl4pPr algn="r">
              <a:defRPr sz="750">
                <a:solidFill>
                  <a:srgbClr val="76645B"/>
                </a:solidFill>
              </a:defRPr>
            </a:lvl4pPr>
            <a:lvl5pPr algn="r">
              <a:defRPr sz="750">
                <a:solidFill>
                  <a:srgbClr val="76645B"/>
                </a:solidFill>
              </a:defRPr>
            </a:lvl5pPr>
            <a:lvl6pPr algn="r">
              <a:defRPr sz="750">
                <a:solidFill>
                  <a:srgbClr val="76645B"/>
                </a:solidFill>
              </a:defRPr>
            </a:lvl6pPr>
            <a:lvl7pPr algn="r">
              <a:defRPr sz="750">
                <a:solidFill>
                  <a:srgbClr val="76645B"/>
                </a:solidFill>
              </a:defRPr>
            </a:lvl7pPr>
            <a:lvl8pPr algn="r">
              <a:defRPr sz="750">
                <a:solidFill>
                  <a:srgbClr val="76645B"/>
                </a:solidFill>
              </a:defRPr>
            </a:lvl8pPr>
            <a:lvl9pPr algn="r">
              <a:defRPr sz="7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 algn="r">
              <a:defRPr sz="750">
                <a:solidFill>
                  <a:srgbClr val="76645B"/>
                </a:solidFill>
              </a:defRPr>
            </a:pPr>
            <a:r>
              <a:rPr sz="750">
                <a:solidFill>
                  <a:srgbClr val="76645B"/>
                </a:solidFill>
              </a:rPr>
              <a:t>kannadada-beru.vercel.app</a:t>
            </a:r>
          </a:p>
        </p:txBody>
      </p:sp>
    </p:spTree>
    <p:extLst>
      <p:ext uri="{BB962C8B-B14F-4D97-AF65-F5344CB8AC3E}">
        <p14:creationId xmlns:p14="http://schemas.microsoft.com/office/powerpoint/2010/main" val="8792671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8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341E93-CEC7-484D-A046-85ADBDAC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F1933"/>
                </a:solidFill>
              </a:defRPr>
            </a:defPPr>
            <a:lvl1pPr>
              <a:defRPr sz="900" b="1">
                <a:solidFill>
                  <a:srgbClr val="8F1933"/>
                </a:solidFill>
              </a:defRPr>
            </a:lvl1pPr>
            <a:lvl2pPr>
              <a:defRPr sz="900" b="1">
                <a:solidFill>
                  <a:srgbClr val="8F1933"/>
                </a:solidFill>
              </a:defRPr>
            </a:lvl2pPr>
            <a:lvl3pPr>
              <a:defRPr sz="900" b="1">
                <a:solidFill>
                  <a:srgbClr val="8F1933"/>
                </a:solidFill>
              </a:defRPr>
            </a:lvl3pPr>
            <a:lvl4pPr>
              <a:defRPr sz="900" b="1">
                <a:solidFill>
                  <a:srgbClr val="8F1933"/>
                </a:solidFill>
              </a:defRPr>
            </a:lvl4pPr>
            <a:lvl5pPr>
              <a:defRPr sz="900" b="1">
                <a:solidFill>
                  <a:srgbClr val="8F1933"/>
                </a:solidFill>
              </a:defRPr>
            </a:lvl5pPr>
            <a:lvl6pPr>
              <a:defRPr sz="900" b="1">
                <a:solidFill>
                  <a:srgbClr val="8F1933"/>
                </a:solidFill>
              </a:defRPr>
            </a:lvl6pPr>
            <a:lvl7pPr>
              <a:defRPr sz="900" b="1">
                <a:solidFill>
                  <a:srgbClr val="8F1933"/>
                </a:solidFill>
              </a:defRPr>
            </a:lvl7pPr>
            <a:lvl8pPr>
              <a:defRPr sz="900" b="1">
                <a:solidFill>
                  <a:srgbClr val="8F1933"/>
                </a:solidFill>
              </a:defRPr>
            </a:lvl8pPr>
            <a:lvl9pPr>
              <a:defRPr sz="9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F1933"/>
                </a:solidFill>
              </a:defRPr>
            </a:pPr>
            <a:r>
              <a:rPr sz="900" b="1">
                <a:solidFill>
                  <a:srgbClr val="8F1933"/>
                </a:solidFill>
              </a:rPr>
              <a:t>EXPLORE KARNATAKA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647F7E-4E1E-49F5-A751-E115D581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271C19"/>
                </a:solidFill>
              </a:defRPr>
            </a:defPPr>
            <a:lvl1pPr>
              <a:defRPr sz="3150" b="1">
                <a:solidFill>
                  <a:srgbClr val="271C19"/>
                </a:solidFill>
              </a:defRPr>
            </a:lvl1pPr>
            <a:lvl2pPr>
              <a:defRPr sz="3150" b="1">
                <a:solidFill>
                  <a:srgbClr val="271C19"/>
                </a:solidFill>
              </a:defRPr>
            </a:lvl2pPr>
            <a:lvl3pPr>
              <a:defRPr sz="3150" b="1">
                <a:solidFill>
                  <a:srgbClr val="271C19"/>
                </a:solidFill>
              </a:defRPr>
            </a:lvl3pPr>
            <a:lvl4pPr>
              <a:defRPr sz="3150" b="1">
                <a:solidFill>
                  <a:srgbClr val="271C19"/>
                </a:solidFill>
              </a:defRPr>
            </a:lvl4pPr>
            <a:lvl5pPr>
              <a:defRPr sz="3150" b="1">
                <a:solidFill>
                  <a:srgbClr val="271C19"/>
                </a:solidFill>
              </a:defRPr>
            </a:lvl5pPr>
            <a:lvl6pPr>
              <a:defRPr sz="3150" b="1">
                <a:solidFill>
                  <a:srgbClr val="271C19"/>
                </a:solidFill>
              </a:defRPr>
            </a:lvl6pPr>
            <a:lvl7pPr>
              <a:defRPr sz="3150" b="1">
                <a:solidFill>
                  <a:srgbClr val="271C19"/>
                </a:solidFill>
              </a:defRPr>
            </a:lvl7pPr>
            <a:lvl8pPr>
              <a:defRPr sz="3150" b="1">
                <a:solidFill>
                  <a:srgbClr val="271C19"/>
                </a:solidFill>
              </a:defRPr>
            </a:lvl8pPr>
            <a:lvl9pPr>
              <a:defRPr sz="3150" b="1">
                <a:solidFill>
                  <a:srgbClr val="271C19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1C19"/>
                </a:solidFill>
              </a:defRPr>
            </a:pPr>
            <a:r>
              <a:rPr sz="3150" b="1">
                <a:solidFill>
                  <a:srgbClr val="271C19"/>
                </a:solidFill>
              </a:rPr>
              <a:t>Every district opens into a bilingual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277D9C-30C7-49D4-90DE-E6DDB7E8D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14500"/>
            <a:ext cx="981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>
                <a:solidFill>
                  <a:srgbClr val="76645B"/>
                </a:solidFill>
              </a:defRPr>
            </a:defPPr>
            <a:lvl1pPr>
              <a:defRPr sz="1350">
                <a:solidFill>
                  <a:srgbClr val="76645B"/>
                </a:solidFill>
              </a:defRPr>
            </a:lvl1pPr>
            <a:lvl2pPr>
              <a:defRPr sz="1350">
                <a:solidFill>
                  <a:srgbClr val="76645B"/>
                </a:solidFill>
              </a:defRPr>
            </a:lvl2pPr>
            <a:lvl3pPr>
              <a:defRPr sz="1350">
                <a:solidFill>
                  <a:srgbClr val="76645B"/>
                </a:solidFill>
              </a:defRPr>
            </a:lvl3pPr>
            <a:lvl4pPr>
              <a:defRPr sz="1350">
                <a:solidFill>
                  <a:srgbClr val="76645B"/>
                </a:solidFill>
              </a:defRPr>
            </a:lvl4pPr>
            <a:lvl5pPr>
              <a:defRPr sz="1350">
                <a:solidFill>
                  <a:srgbClr val="76645B"/>
                </a:solidFill>
              </a:defRPr>
            </a:lvl5pPr>
            <a:lvl6pPr>
              <a:defRPr sz="1350">
                <a:solidFill>
                  <a:srgbClr val="76645B"/>
                </a:solidFill>
              </a:defRPr>
            </a:lvl6pPr>
            <a:lvl7pPr>
              <a:defRPr sz="1350">
                <a:solidFill>
                  <a:srgbClr val="76645B"/>
                </a:solidFill>
              </a:defRPr>
            </a:lvl7pPr>
            <a:lvl8pPr>
              <a:defRPr sz="1350">
                <a:solidFill>
                  <a:srgbClr val="76645B"/>
                </a:solidFill>
              </a:defRPr>
            </a:lvl8pPr>
            <a:lvl9pPr>
              <a:defRPr sz="13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350">
                <a:solidFill>
                  <a:srgbClr val="76645B"/>
                </a:solidFill>
              </a:defRPr>
            </a:pPr>
            <a:r>
              <a:rPr sz="1350">
                <a:solidFill>
                  <a:srgbClr val="76645B"/>
                </a:solidFill>
              </a:rPr>
              <a:t>All 31 current Karnataka districts connect history, culture, places and the wider language landscape.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4577DD-A6D0-44E0-8C95-95DA4224F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524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 b="1">
                <a:solidFill>
                  <a:srgbClr val="D9A72E"/>
                </a:solidFill>
              </a:defRPr>
            </a:defPPr>
            <a:lvl1pPr algn="r">
              <a:defRPr sz="900" b="1">
                <a:solidFill>
                  <a:srgbClr val="D9A72E"/>
                </a:solidFill>
              </a:defRPr>
            </a:lvl1pPr>
            <a:lvl2pPr algn="r">
              <a:defRPr sz="900" b="1">
                <a:solidFill>
                  <a:srgbClr val="D9A72E"/>
                </a:solidFill>
              </a:defRPr>
            </a:lvl2pPr>
            <a:lvl3pPr algn="r">
              <a:defRPr sz="900" b="1">
                <a:solidFill>
                  <a:srgbClr val="D9A72E"/>
                </a:solidFill>
              </a:defRPr>
            </a:lvl3pPr>
            <a:lvl4pPr algn="r">
              <a:defRPr sz="900" b="1">
                <a:solidFill>
                  <a:srgbClr val="D9A72E"/>
                </a:solidFill>
              </a:defRPr>
            </a:lvl4pPr>
            <a:lvl5pPr algn="r">
              <a:defRPr sz="900" b="1">
                <a:solidFill>
                  <a:srgbClr val="D9A72E"/>
                </a:solidFill>
              </a:defRPr>
            </a:lvl5pPr>
            <a:lvl6pPr algn="r">
              <a:defRPr sz="900" b="1">
                <a:solidFill>
                  <a:srgbClr val="D9A72E"/>
                </a:solidFill>
              </a:defRPr>
            </a:lvl6pPr>
            <a:lvl7pPr algn="r">
              <a:defRPr sz="900" b="1">
                <a:solidFill>
                  <a:srgbClr val="D9A72E"/>
                </a:solidFill>
              </a:defRPr>
            </a:lvl7pPr>
            <a:lvl8pPr algn="r">
              <a:defRPr sz="900" b="1">
                <a:solidFill>
                  <a:srgbClr val="D9A72E"/>
                </a:solidFill>
              </a:defRPr>
            </a:lvl8pPr>
            <a:lvl9pPr algn="r">
              <a:defRPr sz="900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D9A72E"/>
                </a:solidFill>
              </a:defRPr>
            </a:pPr>
            <a:r>
              <a:rPr sz="900" b="1">
                <a:solidFill>
                  <a:srgbClr val="D9A72E"/>
                </a:solidFill>
              </a:rPr>
              <a:t>05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63E389-5A88-4899-8B7D-59DC7B2F56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5b1f1d51b34516"/>
          <a:stretch xmlns:a="http://schemas.openxmlformats.org/drawingml/2006/main"/>
        </p:blipFill>
        <p:spPr>
          <a:xfrm xmlns:a="http://schemas.openxmlformats.org/drawingml/2006/main">
            <a:off x="1703184" y="2190750"/>
            <a:ext cx="1965732" cy="4000500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F235BB-6DFC-47B9-AD6A-44D67C53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24100"/>
            <a:ext cx="2952750" cy="17526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280E54-8DA5-44D8-8AA2-D605C482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24100"/>
            <a:ext cx="66675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933"/>
          </a:solidFill>
          <a:ln xmlns:a="http://schemas.openxmlformats.org/drawingml/2006/main" w="0">
            <a:solidFill>
              <a:srgbClr val="8F193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920327-10DA-4632-A366-20E1341C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25336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8F1933"/>
                </a:solidFill>
              </a:defRPr>
            </a:defPPr>
            <a:lvl1pPr>
              <a:defRPr sz="1500" b="1">
                <a:solidFill>
                  <a:srgbClr val="8F1933"/>
                </a:solidFill>
              </a:defRPr>
            </a:lvl1pPr>
            <a:lvl2pPr>
              <a:defRPr sz="1500" b="1">
                <a:solidFill>
                  <a:srgbClr val="8F1933"/>
                </a:solidFill>
              </a:defRPr>
            </a:lvl2pPr>
            <a:lvl3pPr>
              <a:defRPr sz="1500" b="1">
                <a:solidFill>
                  <a:srgbClr val="8F1933"/>
                </a:solidFill>
              </a:defRPr>
            </a:lvl3pPr>
            <a:lvl4pPr>
              <a:defRPr sz="1500" b="1">
                <a:solidFill>
                  <a:srgbClr val="8F1933"/>
                </a:solidFill>
              </a:defRPr>
            </a:lvl4pPr>
            <a:lvl5pPr>
              <a:defRPr sz="1500" b="1">
                <a:solidFill>
                  <a:srgbClr val="8F1933"/>
                </a:solidFill>
              </a:defRPr>
            </a:lvl5pPr>
            <a:lvl6pPr>
              <a:defRPr sz="1500" b="1">
                <a:solidFill>
                  <a:srgbClr val="8F1933"/>
                </a:solidFill>
              </a:defRPr>
            </a:lvl6pPr>
            <a:lvl7pPr>
              <a:defRPr sz="1500" b="1">
                <a:solidFill>
                  <a:srgbClr val="8F1933"/>
                </a:solidFill>
              </a:defRPr>
            </a:lvl7pPr>
            <a:lvl8pPr>
              <a:defRPr sz="1500" b="1">
                <a:solidFill>
                  <a:srgbClr val="8F1933"/>
                </a:solidFill>
              </a:defRPr>
            </a:lvl8pPr>
            <a:lvl9pPr>
              <a:defRPr sz="15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8F1933"/>
                </a:solidFill>
              </a:defRPr>
            </a:pPr>
            <a:r>
              <a:rPr sz="1500" b="1">
                <a:solidFill>
                  <a:srgbClr val="8F1933"/>
                </a:solidFill>
              </a:rPr>
              <a:t>31 district profiles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5127EE-D463-483D-88C6-30025EAB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3009900"/>
            <a:ext cx="2476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Kannada and English history, local character, three places to explore, official government link and regional-language pathways.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79A4B8-77BC-4FCF-A448-C533B2EF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24100"/>
            <a:ext cx="3124200" cy="17526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EAA2B2-CAD6-44A7-A4C9-31B87F30A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24100"/>
            <a:ext cx="66675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72E"/>
          </a:solidFill>
          <a:ln xmlns:a="http://schemas.openxmlformats.org/drawingml/2006/main" w="0">
            <a:solidFill>
              <a:srgbClr val="D9A72E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D19A6C-0E8D-49AB-9AAD-94171E55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533650"/>
            <a:ext cx="264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D9A72E"/>
                </a:solidFill>
              </a:defRPr>
            </a:defPPr>
            <a:lvl1pPr>
              <a:defRPr sz="1500" b="1">
                <a:solidFill>
                  <a:srgbClr val="D9A72E"/>
                </a:solidFill>
              </a:defRPr>
            </a:lvl1pPr>
            <a:lvl2pPr>
              <a:defRPr sz="1500" b="1">
                <a:solidFill>
                  <a:srgbClr val="D9A72E"/>
                </a:solidFill>
              </a:defRPr>
            </a:lvl2pPr>
            <a:lvl3pPr>
              <a:defRPr sz="1500" b="1">
                <a:solidFill>
                  <a:srgbClr val="D9A72E"/>
                </a:solidFill>
              </a:defRPr>
            </a:lvl3pPr>
            <a:lvl4pPr>
              <a:defRPr sz="1500" b="1">
                <a:solidFill>
                  <a:srgbClr val="D9A72E"/>
                </a:solidFill>
              </a:defRPr>
            </a:lvl4pPr>
            <a:lvl5pPr>
              <a:defRPr sz="1500" b="1">
                <a:solidFill>
                  <a:srgbClr val="D9A72E"/>
                </a:solidFill>
              </a:defRPr>
            </a:lvl5pPr>
            <a:lvl6pPr>
              <a:defRPr sz="1500" b="1">
                <a:solidFill>
                  <a:srgbClr val="D9A72E"/>
                </a:solidFill>
              </a:defRPr>
            </a:lvl6pPr>
            <a:lvl7pPr>
              <a:defRPr sz="1500" b="1">
                <a:solidFill>
                  <a:srgbClr val="D9A72E"/>
                </a:solidFill>
              </a:defRPr>
            </a:lvl7pPr>
            <a:lvl8pPr>
              <a:defRPr sz="1500" b="1">
                <a:solidFill>
                  <a:srgbClr val="D9A72E"/>
                </a:solidFill>
              </a:defRPr>
            </a:lvl8pPr>
            <a:lvl9pPr>
              <a:defRPr sz="1500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D9A72E"/>
                </a:solidFill>
              </a:defRPr>
            </a:pPr>
            <a:r>
              <a:rPr sz="1500" b="1">
                <a:solidFill>
                  <a:srgbClr val="D9A72E"/>
                </a:solidFill>
              </a:rPr>
              <a:t>Map with context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F2F033-A89B-4808-A511-35B92BEEF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009900"/>
            <a:ext cx="26479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The bundled Census 2011 geography supports navigation and is never presented as a dialect boundary.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45DCB8-3C60-4793-82F1-FAC020E18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333875"/>
            <a:ext cx="6315075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C1DE20-5B12-4A04-B85D-2C1A7765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333875"/>
            <a:ext cx="666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64D"/>
          </a:solidFill>
          <a:ln xmlns:a="http://schemas.openxmlformats.org/drawingml/2006/main" w="0">
            <a:solidFill>
              <a:srgbClr val="31564D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7A463B-2174-4D70-9071-C4594073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4543425"/>
            <a:ext cx="5838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31564D"/>
                </a:solidFill>
              </a:defRPr>
            </a:defPPr>
            <a:lvl1pPr>
              <a:defRPr sz="1500" b="1">
                <a:solidFill>
                  <a:srgbClr val="31564D"/>
                </a:solidFill>
              </a:defRPr>
            </a:lvl1pPr>
            <a:lvl2pPr>
              <a:defRPr sz="1500" b="1">
                <a:solidFill>
                  <a:srgbClr val="31564D"/>
                </a:solidFill>
              </a:defRPr>
            </a:lvl2pPr>
            <a:lvl3pPr>
              <a:defRPr sz="1500" b="1">
                <a:solidFill>
                  <a:srgbClr val="31564D"/>
                </a:solidFill>
              </a:defRPr>
            </a:lvl3pPr>
            <a:lvl4pPr>
              <a:defRPr sz="1500" b="1">
                <a:solidFill>
                  <a:srgbClr val="31564D"/>
                </a:solidFill>
              </a:defRPr>
            </a:lvl4pPr>
            <a:lvl5pPr>
              <a:defRPr sz="1500" b="1">
                <a:solidFill>
                  <a:srgbClr val="31564D"/>
                </a:solidFill>
              </a:defRPr>
            </a:lvl5pPr>
            <a:lvl6pPr>
              <a:defRPr sz="1500" b="1">
                <a:solidFill>
                  <a:srgbClr val="31564D"/>
                </a:solidFill>
              </a:defRPr>
            </a:lvl6pPr>
            <a:lvl7pPr>
              <a:defRPr sz="1500" b="1">
                <a:solidFill>
                  <a:srgbClr val="31564D"/>
                </a:solidFill>
              </a:defRPr>
            </a:lvl7pPr>
            <a:lvl8pPr>
              <a:defRPr sz="1500" b="1">
                <a:solidFill>
                  <a:srgbClr val="31564D"/>
                </a:solidFill>
              </a:defRPr>
            </a:lvl8pPr>
            <a:lvl9pPr>
              <a:defRPr sz="1500" b="1">
                <a:solidFill>
                  <a:srgbClr val="31564D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31564D"/>
                </a:solidFill>
              </a:defRPr>
            </a:pPr>
            <a:r>
              <a:rPr sz="1500" b="1">
                <a:solidFill>
                  <a:srgbClr val="31564D"/>
                </a:solidFill>
              </a:rPr>
              <a:t>A complete visitor journey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55DED0-87A8-4ADC-A05D-E8279FD53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5019675"/>
            <a:ext cx="58388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District pages lead back into regional words and voices instead of ending at an external government website.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80B6D1-DA49-4966-AD3A-05817E0B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>
                <a:solidFill>
                  <a:srgbClr val="76645B"/>
                </a:solidFill>
              </a:defRPr>
            </a:defPPr>
            <a:lvl1pPr>
              <a:defRPr sz="750">
                <a:solidFill>
                  <a:srgbClr val="76645B"/>
                </a:solidFill>
              </a:defRPr>
            </a:lvl1pPr>
            <a:lvl2pPr>
              <a:defRPr sz="750">
                <a:solidFill>
                  <a:srgbClr val="76645B"/>
                </a:solidFill>
              </a:defRPr>
            </a:lvl2pPr>
            <a:lvl3pPr>
              <a:defRPr sz="750">
                <a:solidFill>
                  <a:srgbClr val="76645B"/>
                </a:solidFill>
              </a:defRPr>
            </a:lvl3pPr>
            <a:lvl4pPr>
              <a:defRPr sz="750">
                <a:solidFill>
                  <a:srgbClr val="76645B"/>
                </a:solidFill>
              </a:defRPr>
            </a:lvl4pPr>
            <a:lvl5pPr>
              <a:defRPr sz="750">
                <a:solidFill>
                  <a:srgbClr val="76645B"/>
                </a:solidFill>
              </a:defRPr>
            </a:lvl5pPr>
            <a:lvl6pPr>
              <a:defRPr sz="750">
                <a:solidFill>
                  <a:srgbClr val="76645B"/>
                </a:solidFill>
              </a:defRPr>
            </a:lvl6pPr>
            <a:lvl7pPr>
              <a:defRPr sz="750">
                <a:solidFill>
                  <a:srgbClr val="76645B"/>
                </a:solidFill>
              </a:defRPr>
            </a:lvl7pPr>
            <a:lvl8pPr>
              <a:defRPr sz="750">
                <a:solidFill>
                  <a:srgbClr val="76645B"/>
                </a:solidFill>
              </a:defRPr>
            </a:lvl8pPr>
            <a:lvl9pPr>
              <a:defRPr sz="7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750">
                <a:solidFill>
                  <a:srgbClr val="76645B"/>
                </a:solidFill>
              </a:defRPr>
            </a:pPr>
            <a:r>
              <a:rPr sz="750">
                <a:solidFill>
                  <a:srgbClr val="76645B"/>
                </a:solidFill>
              </a:rPr>
              <a:t>ಕನ್ನಡದ ಬೇರು  ·  PS04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4A77BF-289E-4B74-A195-A178FF4C7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6505575"/>
            <a:ext cx="2895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750">
                <a:solidFill>
                  <a:srgbClr val="76645B"/>
                </a:solidFill>
              </a:defRPr>
            </a:defPPr>
            <a:lvl1pPr algn="r">
              <a:defRPr sz="750">
                <a:solidFill>
                  <a:srgbClr val="76645B"/>
                </a:solidFill>
              </a:defRPr>
            </a:lvl1pPr>
            <a:lvl2pPr algn="r">
              <a:defRPr sz="750">
                <a:solidFill>
                  <a:srgbClr val="76645B"/>
                </a:solidFill>
              </a:defRPr>
            </a:lvl2pPr>
            <a:lvl3pPr algn="r">
              <a:defRPr sz="750">
                <a:solidFill>
                  <a:srgbClr val="76645B"/>
                </a:solidFill>
              </a:defRPr>
            </a:lvl3pPr>
            <a:lvl4pPr algn="r">
              <a:defRPr sz="750">
                <a:solidFill>
                  <a:srgbClr val="76645B"/>
                </a:solidFill>
              </a:defRPr>
            </a:lvl4pPr>
            <a:lvl5pPr algn="r">
              <a:defRPr sz="750">
                <a:solidFill>
                  <a:srgbClr val="76645B"/>
                </a:solidFill>
              </a:defRPr>
            </a:lvl5pPr>
            <a:lvl6pPr algn="r">
              <a:defRPr sz="750">
                <a:solidFill>
                  <a:srgbClr val="76645B"/>
                </a:solidFill>
              </a:defRPr>
            </a:lvl6pPr>
            <a:lvl7pPr algn="r">
              <a:defRPr sz="750">
                <a:solidFill>
                  <a:srgbClr val="76645B"/>
                </a:solidFill>
              </a:defRPr>
            </a:lvl7pPr>
            <a:lvl8pPr algn="r">
              <a:defRPr sz="750">
                <a:solidFill>
                  <a:srgbClr val="76645B"/>
                </a:solidFill>
              </a:defRPr>
            </a:lvl8pPr>
            <a:lvl9pPr algn="r">
              <a:defRPr sz="7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 algn="r">
              <a:defRPr sz="750">
                <a:solidFill>
                  <a:srgbClr val="76645B"/>
                </a:solidFill>
              </a:defRPr>
            </a:pPr>
            <a:r>
              <a:rPr sz="750">
                <a:solidFill>
                  <a:srgbClr val="76645B"/>
                </a:solidFill>
              </a:rPr>
              <a:t>kannadada-beru.vercel.app</a:t>
            </a:r>
          </a:p>
        </p:txBody>
      </p:sp>
    </p:spTree>
    <p:extLst>
      <p:ext uri="{BB962C8B-B14F-4D97-AF65-F5344CB8AC3E}">
        <p14:creationId xmlns:p14="http://schemas.microsoft.com/office/powerpoint/2010/main" val="171097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8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669FD7-28F4-4028-8DA9-31E8ADEDB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F1933"/>
                </a:solidFill>
              </a:defRPr>
            </a:defPPr>
            <a:lvl1pPr>
              <a:defRPr sz="900" b="1">
                <a:solidFill>
                  <a:srgbClr val="8F1933"/>
                </a:solidFill>
              </a:defRPr>
            </a:lvl1pPr>
            <a:lvl2pPr>
              <a:defRPr sz="900" b="1">
                <a:solidFill>
                  <a:srgbClr val="8F1933"/>
                </a:solidFill>
              </a:defRPr>
            </a:lvl2pPr>
            <a:lvl3pPr>
              <a:defRPr sz="900" b="1">
                <a:solidFill>
                  <a:srgbClr val="8F1933"/>
                </a:solidFill>
              </a:defRPr>
            </a:lvl3pPr>
            <a:lvl4pPr>
              <a:defRPr sz="900" b="1">
                <a:solidFill>
                  <a:srgbClr val="8F1933"/>
                </a:solidFill>
              </a:defRPr>
            </a:lvl4pPr>
            <a:lvl5pPr>
              <a:defRPr sz="900" b="1">
                <a:solidFill>
                  <a:srgbClr val="8F1933"/>
                </a:solidFill>
              </a:defRPr>
            </a:lvl5pPr>
            <a:lvl6pPr>
              <a:defRPr sz="900" b="1">
                <a:solidFill>
                  <a:srgbClr val="8F1933"/>
                </a:solidFill>
              </a:defRPr>
            </a:lvl6pPr>
            <a:lvl7pPr>
              <a:defRPr sz="900" b="1">
                <a:solidFill>
                  <a:srgbClr val="8F1933"/>
                </a:solidFill>
              </a:defRPr>
            </a:lvl7pPr>
            <a:lvl8pPr>
              <a:defRPr sz="900" b="1">
                <a:solidFill>
                  <a:srgbClr val="8F1933"/>
                </a:solidFill>
              </a:defRPr>
            </a:lvl8pPr>
            <a:lvl9pPr>
              <a:defRPr sz="9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F1933"/>
                </a:solidFill>
              </a:defRPr>
            </a:pPr>
            <a:r>
              <a:rPr sz="900" b="1">
                <a:solidFill>
                  <a:srgbClr val="8F1933"/>
                </a:solidFill>
              </a:rPr>
              <a:t>LANGUAGE ENGINE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1AB524-D933-49AA-AC02-645C8F162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271C19"/>
                </a:solidFill>
              </a:defRPr>
            </a:defPPr>
            <a:lvl1pPr>
              <a:defRPr sz="3150" b="1">
                <a:solidFill>
                  <a:srgbClr val="271C19"/>
                </a:solidFill>
              </a:defRPr>
            </a:lvl1pPr>
            <a:lvl2pPr>
              <a:defRPr sz="3150" b="1">
                <a:solidFill>
                  <a:srgbClr val="271C19"/>
                </a:solidFill>
              </a:defRPr>
            </a:lvl2pPr>
            <a:lvl3pPr>
              <a:defRPr sz="3150" b="1">
                <a:solidFill>
                  <a:srgbClr val="271C19"/>
                </a:solidFill>
              </a:defRPr>
            </a:lvl3pPr>
            <a:lvl4pPr>
              <a:defRPr sz="3150" b="1">
                <a:solidFill>
                  <a:srgbClr val="271C19"/>
                </a:solidFill>
              </a:defRPr>
            </a:lvl4pPr>
            <a:lvl5pPr>
              <a:defRPr sz="3150" b="1">
                <a:solidFill>
                  <a:srgbClr val="271C19"/>
                </a:solidFill>
              </a:defRPr>
            </a:lvl5pPr>
            <a:lvl6pPr>
              <a:defRPr sz="3150" b="1">
                <a:solidFill>
                  <a:srgbClr val="271C19"/>
                </a:solidFill>
              </a:defRPr>
            </a:lvl6pPr>
            <a:lvl7pPr>
              <a:defRPr sz="3150" b="1">
                <a:solidFill>
                  <a:srgbClr val="271C19"/>
                </a:solidFill>
              </a:defRPr>
            </a:lvl7pPr>
            <a:lvl8pPr>
              <a:defRPr sz="3150" b="1">
                <a:solidFill>
                  <a:srgbClr val="271C19"/>
                </a:solidFill>
              </a:defRPr>
            </a:lvl8pPr>
            <a:lvl9pPr>
              <a:defRPr sz="3150" b="1">
                <a:solidFill>
                  <a:srgbClr val="271C19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1C19"/>
                </a:solidFill>
              </a:defRPr>
            </a:pPr>
            <a:r>
              <a:rPr sz="3150" b="1">
                <a:solidFill>
                  <a:srgbClr val="271C19"/>
                </a:solidFill>
              </a:rPr>
              <a:t>156,650 Kannada-English entries without a heavy download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0646E8-21FB-43BE-BC4E-8412F8E8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14500"/>
            <a:ext cx="981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>
                <a:solidFill>
                  <a:srgbClr val="76645B"/>
                </a:solidFill>
              </a:defRPr>
            </a:defPPr>
            <a:lvl1pPr>
              <a:defRPr sz="1350">
                <a:solidFill>
                  <a:srgbClr val="76645B"/>
                </a:solidFill>
              </a:defRPr>
            </a:lvl1pPr>
            <a:lvl2pPr>
              <a:defRPr sz="1350">
                <a:solidFill>
                  <a:srgbClr val="76645B"/>
                </a:solidFill>
              </a:defRPr>
            </a:lvl2pPr>
            <a:lvl3pPr>
              <a:defRPr sz="1350">
                <a:solidFill>
                  <a:srgbClr val="76645B"/>
                </a:solidFill>
              </a:defRPr>
            </a:lvl3pPr>
            <a:lvl4pPr>
              <a:defRPr sz="1350">
                <a:solidFill>
                  <a:srgbClr val="76645B"/>
                </a:solidFill>
              </a:defRPr>
            </a:lvl4pPr>
            <a:lvl5pPr>
              <a:defRPr sz="1350">
                <a:solidFill>
                  <a:srgbClr val="76645B"/>
                </a:solidFill>
              </a:defRPr>
            </a:lvl5pPr>
            <a:lvl6pPr>
              <a:defRPr sz="1350">
                <a:solidFill>
                  <a:srgbClr val="76645B"/>
                </a:solidFill>
              </a:defRPr>
            </a:lvl6pPr>
            <a:lvl7pPr>
              <a:defRPr sz="1350">
                <a:solidFill>
                  <a:srgbClr val="76645B"/>
                </a:solidFill>
              </a:defRPr>
            </a:lvl7pPr>
            <a:lvl8pPr>
              <a:defRPr sz="1350">
                <a:solidFill>
                  <a:srgbClr val="76645B"/>
                </a:solidFill>
              </a:defRPr>
            </a:lvl8pPr>
            <a:lvl9pPr>
              <a:defRPr sz="13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350">
                <a:solidFill>
                  <a:srgbClr val="76645B"/>
                </a:solidFill>
              </a:defRPr>
            </a:pPr>
            <a:r>
              <a:rPr sz="1350">
                <a:solidFill>
                  <a:srgbClr val="76645B"/>
                </a:solidFill>
              </a:rPr>
              <a:t>The open Alar dictionary is split into 50 Kannada-initial shards and loaded on demand.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AE3B65-1F66-4184-BE42-69D0F898D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524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 b="1">
                <a:solidFill>
                  <a:srgbClr val="D9A72E"/>
                </a:solidFill>
              </a:defRPr>
            </a:defPPr>
            <a:lvl1pPr algn="r">
              <a:defRPr sz="900" b="1">
                <a:solidFill>
                  <a:srgbClr val="D9A72E"/>
                </a:solidFill>
              </a:defRPr>
            </a:lvl1pPr>
            <a:lvl2pPr algn="r">
              <a:defRPr sz="900" b="1">
                <a:solidFill>
                  <a:srgbClr val="D9A72E"/>
                </a:solidFill>
              </a:defRPr>
            </a:lvl2pPr>
            <a:lvl3pPr algn="r">
              <a:defRPr sz="900" b="1">
                <a:solidFill>
                  <a:srgbClr val="D9A72E"/>
                </a:solidFill>
              </a:defRPr>
            </a:lvl3pPr>
            <a:lvl4pPr algn="r">
              <a:defRPr sz="900" b="1">
                <a:solidFill>
                  <a:srgbClr val="D9A72E"/>
                </a:solidFill>
              </a:defRPr>
            </a:lvl4pPr>
            <a:lvl5pPr algn="r">
              <a:defRPr sz="900" b="1">
                <a:solidFill>
                  <a:srgbClr val="D9A72E"/>
                </a:solidFill>
              </a:defRPr>
            </a:lvl5pPr>
            <a:lvl6pPr algn="r">
              <a:defRPr sz="900" b="1">
                <a:solidFill>
                  <a:srgbClr val="D9A72E"/>
                </a:solidFill>
              </a:defRPr>
            </a:lvl6pPr>
            <a:lvl7pPr algn="r">
              <a:defRPr sz="900" b="1">
                <a:solidFill>
                  <a:srgbClr val="D9A72E"/>
                </a:solidFill>
              </a:defRPr>
            </a:lvl7pPr>
            <a:lvl8pPr algn="r">
              <a:defRPr sz="900" b="1">
                <a:solidFill>
                  <a:srgbClr val="D9A72E"/>
                </a:solidFill>
              </a:defRPr>
            </a:lvl8pPr>
            <a:lvl9pPr algn="r">
              <a:defRPr sz="900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D9A72E"/>
                </a:solidFill>
              </a:defRPr>
            </a:pPr>
            <a:r>
              <a:rPr sz="900" b="1">
                <a:solidFill>
                  <a:srgbClr val="D9A72E"/>
                </a:solidFill>
              </a:rPr>
              <a:t>06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28D2EE-690E-41D7-A2AB-F1EF5A23DE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657aca5ca94ff6"/>
          <a:srcRect xmlns:a="http://schemas.openxmlformats.org/drawingml/2006/main" l="0" t="4783" r="0" b="47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238375"/>
            <a:ext cx="6572250" cy="3714750"/>
          </a:xfrm>
          <a:prstGeom xmlns:a="http://schemas.openxmlformats.org/drawingml/2006/main" prst="roundRect">
            <a:avLst>
              <a:gd name="adj" fmla="val 307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499BFA-364F-40FB-8FF8-13DBA391C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305050"/>
            <a:ext cx="38671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0AA74E-A1F2-4FA1-A3C2-569C46D0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30505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933"/>
          </a:solidFill>
          <a:ln xmlns:a="http://schemas.openxmlformats.org/drawingml/2006/main" w="0">
            <a:solidFill>
              <a:srgbClr val="8F193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BE44FA-D11C-425E-BBF0-8D140A4F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1460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8F1933"/>
                </a:solidFill>
              </a:defRPr>
            </a:defPPr>
            <a:lvl1pPr>
              <a:defRPr sz="1500" b="1">
                <a:solidFill>
                  <a:srgbClr val="8F1933"/>
                </a:solidFill>
              </a:defRPr>
            </a:lvl1pPr>
            <a:lvl2pPr>
              <a:defRPr sz="1500" b="1">
                <a:solidFill>
                  <a:srgbClr val="8F1933"/>
                </a:solidFill>
              </a:defRPr>
            </a:lvl2pPr>
            <a:lvl3pPr>
              <a:defRPr sz="1500" b="1">
                <a:solidFill>
                  <a:srgbClr val="8F1933"/>
                </a:solidFill>
              </a:defRPr>
            </a:lvl3pPr>
            <a:lvl4pPr>
              <a:defRPr sz="1500" b="1">
                <a:solidFill>
                  <a:srgbClr val="8F1933"/>
                </a:solidFill>
              </a:defRPr>
            </a:lvl4pPr>
            <a:lvl5pPr>
              <a:defRPr sz="1500" b="1">
                <a:solidFill>
                  <a:srgbClr val="8F1933"/>
                </a:solidFill>
              </a:defRPr>
            </a:lvl5pPr>
            <a:lvl6pPr>
              <a:defRPr sz="1500" b="1">
                <a:solidFill>
                  <a:srgbClr val="8F1933"/>
                </a:solidFill>
              </a:defRPr>
            </a:lvl6pPr>
            <a:lvl7pPr>
              <a:defRPr sz="1500" b="1">
                <a:solidFill>
                  <a:srgbClr val="8F1933"/>
                </a:solidFill>
              </a:defRPr>
            </a:lvl7pPr>
            <a:lvl8pPr>
              <a:defRPr sz="1500" b="1">
                <a:solidFill>
                  <a:srgbClr val="8F1933"/>
                </a:solidFill>
              </a:defRPr>
            </a:lvl8pPr>
            <a:lvl9pPr>
              <a:defRPr sz="15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8F1933"/>
                </a:solidFill>
              </a:defRPr>
            </a:pPr>
            <a:r>
              <a:rPr sz="1500" b="1">
                <a:solidFill>
                  <a:srgbClr val="8F1933"/>
                </a:solidFill>
              </a:rPr>
              <a:t>Search three ways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BB4A1A-6449-4461-BD20-98175E3E9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990850"/>
            <a:ext cx="3390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Kannada script, Romanized Kannada and English meaning.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E53CC5-4B58-4EF4-B7DE-BA0660280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619500"/>
            <a:ext cx="38671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C51114-64D4-46FD-A230-3F933777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61950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72E"/>
          </a:solidFill>
          <a:ln xmlns:a="http://schemas.openxmlformats.org/drawingml/2006/main" w="0">
            <a:solidFill>
              <a:srgbClr val="D9A72E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DB60C9-3237-4F19-9630-EEEEFD145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2905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D9A72E"/>
                </a:solidFill>
              </a:defRPr>
            </a:defPPr>
            <a:lvl1pPr>
              <a:defRPr sz="1500" b="1">
                <a:solidFill>
                  <a:srgbClr val="D9A72E"/>
                </a:solidFill>
              </a:defRPr>
            </a:lvl1pPr>
            <a:lvl2pPr>
              <a:defRPr sz="1500" b="1">
                <a:solidFill>
                  <a:srgbClr val="D9A72E"/>
                </a:solidFill>
              </a:defRPr>
            </a:lvl2pPr>
            <a:lvl3pPr>
              <a:defRPr sz="1500" b="1">
                <a:solidFill>
                  <a:srgbClr val="D9A72E"/>
                </a:solidFill>
              </a:defRPr>
            </a:lvl3pPr>
            <a:lvl4pPr>
              <a:defRPr sz="1500" b="1">
                <a:solidFill>
                  <a:srgbClr val="D9A72E"/>
                </a:solidFill>
              </a:defRPr>
            </a:lvl4pPr>
            <a:lvl5pPr>
              <a:defRPr sz="1500" b="1">
                <a:solidFill>
                  <a:srgbClr val="D9A72E"/>
                </a:solidFill>
              </a:defRPr>
            </a:lvl5pPr>
            <a:lvl6pPr>
              <a:defRPr sz="1500" b="1">
                <a:solidFill>
                  <a:srgbClr val="D9A72E"/>
                </a:solidFill>
              </a:defRPr>
            </a:lvl6pPr>
            <a:lvl7pPr>
              <a:defRPr sz="1500" b="1">
                <a:solidFill>
                  <a:srgbClr val="D9A72E"/>
                </a:solidFill>
              </a:defRPr>
            </a:lvl7pPr>
            <a:lvl8pPr>
              <a:defRPr sz="1500" b="1">
                <a:solidFill>
                  <a:srgbClr val="D9A72E"/>
                </a:solidFill>
              </a:defRPr>
            </a:lvl8pPr>
            <a:lvl9pPr>
              <a:defRPr sz="1500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D9A72E"/>
                </a:solidFill>
              </a:defRPr>
            </a:pPr>
            <a:r>
              <a:rPr sz="1500" b="1">
                <a:solidFill>
                  <a:srgbClr val="D9A72E"/>
                </a:solidFill>
              </a:rPr>
              <a:t>139,991 headwords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421DD4-E5F5-4159-B371-BFCD278E4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3390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247,674 English definitions with direct source links.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C9D122-E6C0-49B0-9FBA-805A03B5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933950"/>
            <a:ext cx="386715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834A13-7678-4AAC-8EE9-E0B8B788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93395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64D"/>
          </a:solidFill>
          <a:ln xmlns:a="http://schemas.openxmlformats.org/drawingml/2006/main" w="0">
            <a:solidFill>
              <a:srgbClr val="31564D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73A272-571A-4928-8740-6C30AB2E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14350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31564D"/>
                </a:solidFill>
              </a:defRPr>
            </a:defPPr>
            <a:lvl1pPr>
              <a:defRPr sz="1500" b="1">
                <a:solidFill>
                  <a:srgbClr val="31564D"/>
                </a:solidFill>
              </a:defRPr>
            </a:lvl1pPr>
            <a:lvl2pPr>
              <a:defRPr sz="1500" b="1">
                <a:solidFill>
                  <a:srgbClr val="31564D"/>
                </a:solidFill>
              </a:defRPr>
            </a:lvl2pPr>
            <a:lvl3pPr>
              <a:defRPr sz="1500" b="1">
                <a:solidFill>
                  <a:srgbClr val="31564D"/>
                </a:solidFill>
              </a:defRPr>
            </a:lvl3pPr>
            <a:lvl4pPr>
              <a:defRPr sz="1500" b="1">
                <a:solidFill>
                  <a:srgbClr val="31564D"/>
                </a:solidFill>
              </a:defRPr>
            </a:lvl4pPr>
            <a:lvl5pPr>
              <a:defRPr sz="1500" b="1">
                <a:solidFill>
                  <a:srgbClr val="31564D"/>
                </a:solidFill>
              </a:defRPr>
            </a:lvl5pPr>
            <a:lvl6pPr>
              <a:defRPr sz="1500" b="1">
                <a:solidFill>
                  <a:srgbClr val="31564D"/>
                </a:solidFill>
              </a:defRPr>
            </a:lvl6pPr>
            <a:lvl7pPr>
              <a:defRPr sz="1500" b="1">
                <a:solidFill>
                  <a:srgbClr val="31564D"/>
                </a:solidFill>
              </a:defRPr>
            </a:lvl7pPr>
            <a:lvl8pPr>
              <a:defRPr sz="1500" b="1">
                <a:solidFill>
                  <a:srgbClr val="31564D"/>
                </a:solidFill>
              </a:defRPr>
            </a:lvl8pPr>
            <a:lvl9pPr>
              <a:defRPr sz="1500" b="1">
                <a:solidFill>
                  <a:srgbClr val="31564D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31564D"/>
                </a:solidFill>
              </a:defRPr>
            </a:pPr>
            <a:r>
              <a:rPr sz="1500" b="1">
                <a:solidFill>
                  <a:srgbClr val="31564D"/>
                </a:solidFill>
              </a:rPr>
              <a:t>Clear evidence layers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897347-C4D3-4530-8965-EC3E421E6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619750"/>
            <a:ext cx="3390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General dictionary entries never become regional claims through guesswork.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15DBB1-123D-4D07-B056-10BB5815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>
                <a:solidFill>
                  <a:srgbClr val="76645B"/>
                </a:solidFill>
              </a:defRPr>
            </a:defPPr>
            <a:lvl1pPr>
              <a:defRPr sz="750">
                <a:solidFill>
                  <a:srgbClr val="76645B"/>
                </a:solidFill>
              </a:defRPr>
            </a:lvl1pPr>
            <a:lvl2pPr>
              <a:defRPr sz="750">
                <a:solidFill>
                  <a:srgbClr val="76645B"/>
                </a:solidFill>
              </a:defRPr>
            </a:lvl2pPr>
            <a:lvl3pPr>
              <a:defRPr sz="750">
                <a:solidFill>
                  <a:srgbClr val="76645B"/>
                </a:solidFill>
              </a:defRPr>
            </a:lvl3pPr>
            <a:lvl4pPr>
              <a:defRPr sz="750">
                <a:solidFill>
                  <a:srgbClr val="76645B"/>
                </a:solidFill>
              </a:defRPr>
            </a:lvl4pPr>
            <a:lvl5pPr>
              <a:defRPr sz="750">
                <a:solidFill>
                  <a:srgbClr val="76645B"/>
                </a:solidFill>
              </a:defRPr>
            </a:lvl5pPr>
            <a:lvl6pPr>
              <a:defRPr sz="750">
                <a:solidFill>
                  <a:srgbClr val="76645B"/>
                </a:solidFill>
              </a:defRPr>
            </a:lvl6pPr>
            <a:lvl7pPr>
              <a:defRPr sz="750">
                <a:solidFill>
                  <a:srgbClr val="76645B"/>
                </a:solidFill>
              </a:defRPr>
            </a:lvl7pPr>
            <a:lvl8pPr>
              <a:defRPr sz="750">
                <a:solidFill>
                  <a:srgbClr val="76645B"/>
                </a:solidFill>
              </a:defRPr>
            </a:lvl8pPr>
            <a:lvl9pPr>
              <a:defRPr sz="7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750">
                <a:solidFill>
                  <a:srgbClr val="76645B"/>
                </a:solidFill>
              </a:defRPr>
            </a:pPr>
            <a:r>
              <a:rPr sz="750">
                <a:solidFill>
                  <a:srgbClr val="76645B"/>
                </a:solidFill>
              </a:rPr>
              <a:t>ಕನ್ನಡದ ಬೇರು  ·  PS04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D834D8-AA84-4F13-908D-DEFDB589A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6505575"/>
            <a:ext cx="2895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750">
                <a:solidFill>
                  <a:srgbClr val="76645B"/>
                </a:solidFill>
              </a:defRPr>
            </a:defPPr>
            <a:lvl1pPr algn="r">
              <a:defRPr sz="750">
                <a:solidFill>
                  <a:srgbClr val="76645B"/>
                </a:solidFill>
              </a:defRPr>
            </a:lvl1pPr>
            <a:lvl2pPr algn="r">
              <a:defRPr sz="750">
                <a:solidFill>
                  <a:srgbClr val="76645B"/>
                </a:solidFill>
              </a:defRPr>
            </a:lvl2pPr>
            <a:lvl3pPr algn="r">
              <a:defRPr sz="750">
                <a:solidFill>
                  <a:srgbClr val="76645B"/>
                </a:solidFill>
              </a:defRPr>
            </a:lvl3pPr>
            <a:lvl4pPr algn="r">
              <a:defRPr sz="750">
                <a:solidFill>
                  <a:srgbClr val="76645B"/>
                </a:solidFill>
              </a:defRPr>
            </a:lvl4pPr>
            <a:lvl5pPr algn="r">
              <a:defRPr sz="750">
                <a:solidFill>
                  <a:srgbClr val="76645B"/>
                </a:solidFill>
              </a:defRPr>
            </a:lvl5pPr>
            <a:lvl6pPr algn="r">
              <a:defRPr sz="750">
                <a:solidFill>
                  <a:srgbClr val="76645B"/>
                </a:solidFill>
              </a:defRPr>
            </a:lvl6pPr>
            <a:lvl7pPr algn="r">
              <a:defRPr sz="750">
                <a:solidFill>
                  <a:srgbClr val="76645B"/>
                </a:solidFill>
              </a:defRPr>
            </a:lvl7pPr>
            <a:lvl8pPr algn="r">
              <a:defRPr sz="750">
                <a:solidFill>
                  <a:srgbClr val="76645B"/>
                </a:solidFill>
              </a:defRPr>
            </a:lvl8pPr>
            <a:lvl9pPr algn="r">
              <a:defRPr sz="7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 algn="r">
              <a:defRPr sz="750">
                <a:solidFill>
                  <a:srgbClr val="76645B"/>
                </a:solidFill>
              </a:defRPr>
            </a:pPr>
            <a:r>
              <a:rPr sz="750">
                <a:solidFill>
                  <a:srgbClr val="76645B"/>
                </a:solidFill>
              </a:rPr>
              <a:t>kannadada-beru.vercel.app</a:t>
            </a:r>
          </a:p>
        </p:txBody>
      </p:sp>
    </p:spTree>
    <p:extLst>
      <p:ext uri="{BB962C8B-B14F-4D97-AF65-F5344CB8AC3E}">
        <p14:creationId xmlns:p14="http://schemas.microsoft.com/office/powerpoint/2010/main" val="9703557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8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EB9A43-FD3F-47FE-B95E-6D90F237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F1933"/>
                </a:solidFill>
              </a:defRPr>
            </a:defPPr>
            <a:lvl1pPr>
              <a:defRPr sz="900" b="1">
                <a:solidFill>
                  <a:srgbClr val="8F1933"/>
                </a:solidFill>
              </a:defRPr>
            </a:lvl1pPr>
            <a:lvl2pPr>
              <a:defRPr sz="900" b="1">
                <a:solidFill>
                  <a:srgbClr val="8F1933"/>
                </a:solidFill>
              </a:defRPr>
            </a:lvl2pPr>
            <a:lvl3pPr>
              <a:defRPr sz="900" b="1">
                <a:solidFill>
                  <a:srgbClr val="8F1933"/>
                </a:solidFill>
              </a:defRPr>
            </a:lvl3pPr>
            <a:lvl4pPr>
              <a:defRPr sz="900" b="1">
                <a:solidFill>
                  <a:srgbClr val="8F1933"/>
                </a:solidFill>
              </a:defRPr>
            </a:lvl4pPr>
            <a:lvl5pPr>
              <a:defRPr sz="900" b="1">
                <a:solidFill>
                  <a:srgbClr val="8F1933"/>
                </a:solidFill>
              </a:defRPr>
            </a:lvl5pPr>
            <a:lvl6pPr>
              <a:defRPr sz="900" b="1">
                <a:solidFill>
                  <a:srgbClr val="8F1933"/>
                </a:solidFill>
              </a:defRPr>
            </a:lvl6pPr>
            <a:lvl7pPr>
              <a:defRPr sz="900" b="1">
                <a:solidFill>
                  <a:srgbClr val="8F1933"/>
                </a:solidFill>
              </a:defRPr>
            </a:lvl7pPr>
            <a:lvl8pPr>
              <a:defRPr sz="900" b="1">
                <a:solidFill>
                  <a:srgbClr val="8F1933"/>
                </a:solidFill>
              </a:defRPr>
            </a:lvl8pPr>
            <a:lvl9pPr>
              <a:defRPr sz="9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F1933"/>
                </a:solidFill>
              </a:defRPr>
            </a:pPr>
            <a:r>
              <a:rPr sz="900" b="1">
                <a:solidFill>
                  <a:srgbClr val="8F1933"/>
                </a:solidFill>
              </a:rPr>
              <a:t>REGIONAL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AAB84F-5C28-4BE2-A8E9-9F7D5A48D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271C19"/>
                </a:solidFill>
              </a:defRPr>
            </a:defPPr>
            <a:lvl1pPr>
              <a:defRPr sz="3150" b="1">
                <a:solidFill>
                  <a:srgbClr val="271C19"/>
                </a:solidFill>
              </a:defRPr>
            </a:lvl1pPr>
            <a:lvl2pPr>
              <a:defRPr sz="3150" b="1">
                <a:solidFill>
                  <a:srgbClr val="271C19"/>
                </a:solidFill>
              </a:defRPr>
            </a:lvl2pPr>
            <a:lvl3pPr>
              <a:defRPr sz="3150" b="1">
                <a:solidFill>
                  <a:srgbClr val="271C19"/>
                </a:solidFill>
              </a:defRPr>
            </a:lvl3pPr>
            <a:lvl4pPr>
              <a:defRPr sz="3150" b="1">
                <a:solidFill>
                  <a:srgbClr val="271C19"/>
                </a:solidFill>
              </a:defRPr>
            </a:lvl4pPr>
            <a:lvl5pPr>
              <a:defRPr sz="3150" b="1">
                <a:solidFill>
                  <a:srgbClr val="271C19"/>
                </a:solidFill>
              </a:defRPr>
            </a:lvl5pPr>
            <a:lvl6pPr>
              <a:defRPr sz="3150" b="1">
                <a:solidFill>
                  <a:srgbClr val="271C19"/>
                </a:solidFill>
              </a:defRPr>
            </a:lvl6pPr>
            <a:lvl7pPr>
              <a:defRPr sz="3150" b="1">
                <a:solidFill>
                  <a:srgbClr val="271C19"/>
                </a:solidFill>
              </a:defRPr>
            </a:lvl7pPr>
            <a:lvl8pPr>
              <a:defRPr sz="3150" b="1">
                <a:solidFill>
                  <a:srgbClr val="271C19"/>
                </a:solidFill>
              </a:defRPr>
            </a:lvl8pPr>
            <a:lvl9pPr>
              <a:defRPr sz="3150" b="1">
                <a:solidFill>
                  <a:srgbClr val="271C19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1C19"/>
                </a:solidFill>
              </a:defRPr>
            </a:pPr>
            <a:r>
              <a:rPr sz="3150" b="1">
                <a:solidFill>
                  <a:srgbClr val="271C19"/>
                </a:solidFill>
              </a:rPr>
              <a:t>Compare without flattening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CDB845-459A-4AF6-A227-BDEDB552F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14500"/>
            <a:ext cx="981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>
                <a:solidFill>
                  <a:srgbClr val="76645B"/>
                </a:solidFill>
              </a:defRPr>
            </a:defPPr>
            <a:lvl1pPr>
              <a:defRPr sz="1350">
                <a:solidFill>
                  <a:srgbClr val="76645B"/>
                </a:solidFill>
              </a:defRPr>
            </a:lvl1pPr>
            <a:lvl2pPr>
              <a:defRPr sz="1350">
                <a:solidFill>
                  <a:srgbClr val="76645B"/>
                </a:solidFill>
              </a:defRPr>
            </a:lvl2pPr>
            <a:lvl3pPr>
              <a:defRPr sz="1350">
                <a:solidFill>
                  <a:srgbClr val="76645B"/>
                </a:solidFill>
              </a:defRPr>
            </a:lvl3pPr>
            <a:lvl4pPr>
              <a:defRPr sz="1350">
                <a:solidFill>
                  <a:srgbClr val="76645B"/>
                </a:solidFill>
              </a:defRPr>
            </a:lvl4pPr>
            <a:lvl5pPr>
              <a:defRPr sz="1350">
                <a:solidFill>
                  <a:srgbClr val="76645B"/>
                </a:solidFill>
              </a:defRPr>
            </a:lvl5pPr>
            <a:lvl6pPr>
              <a:defRPr sz="1350">
                <a:solidFill>
                  <a:srgbClr val="76645B"/>
                </a:solidFill>
              </a:defRPr>
            </a:lvl6pPr>
            <a:lvl7pPr>
              <a:defRPr sz="1350">
                <a:solidFill>
                  <a:srgbClr val="76645B"/>
                </a:solidFill>
              </a:defRPr>
            </a:lvl7pPr>
            <a:lvl8pPr>
              <a:defRPr sz="1350">
                <a:solidFill>
                  <a:srgbClr val="76645B"/>
                </a:solidFill>
              </a:defRPr>
            </a:lvl8pPr>
            <a:lvl9pPr>
              <a:defRPr sz="13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350">
                <a:solidFill>
                  <a:srgbClr val="76645B"/>
                </a:solidFill>
              </a:defRPr>
            </a:pPr>
            <a:r>
              <a:rPr sz="1350">
                <a:solidFill>
                  <a:srgbClr val="76645B"/>
                </a:solidFill>
              </a:rPr>
              <a:t>Two regional portraits sit side by side with geography, culture, documented usage, sources and voice counts.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6A76F-97CD-4B78-BFF6-12E1BA3F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524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 b="1">
                <a:solidFill>
                  <a:srgbClr val="D9A72E"/>
                </a:solidFill>
              </a:defRPr>
            </a:defPPr>
            <a:lvl1pPr algn="r">
              <a:defRPr sz="900" b="1">
                <a:solidFill>
                  <a:srgbClr val="D9A72E"/>
                </a:solidFill>
              </a:defRPr>
            </a:lvl1pPr>
            <a:lvl2pPr algn="r">
              <a:defRPr sz="900" b="1">
                <a:solidFill>
                  <a:srgbClr val="D9A72E"/>
                </a:solidFill>
              </a:defRPr>
            </a:lvl2pPr>
            <a:lvl3pPr algn="r">
              <a:defRPr sz="900" b="1">
                <a:solidFill>
                  <a:srgbClr val="D9A72E"/>
                </a:solidFill>
              </a:defRPr>
            </a:lvl3pPr>
            <a:lvl4pPr algn="r">
              <a:defRPr sz="900" b="1">
                <a:solidFill>
                  <a:srgbClr val="D9A72E"/>
                </a:solidFill>
              </a:defRPr>
            </a:lvl4pPr>
            <a:lvl5pPr algn="r">
              <a:defRPr sz="900" b="1">
                <a:solidFill>
                  <a:srgbClr val="D9A72E"/>
                </a:solidFill>
              </a:defRPr>
            </a:lvl5pPr>
            <a:lvl6pPr algn="r">
              <a:defRPr sz="900" b="1">
                <a:solidFill>
                  <a:srgbClr val="D9A72E"/>
                </a:solidFill>
              </a:defRPr>
            </a:lvl6pPr>
            <a:lvl7pPr algn="r">
              <a:defRPr sz="900" b="1">
                <a:solidFill>
                  <a:srgbClr val="D9A72E"/>
                </a:solidFill>
              </a:defRPr>
            </a:lvl7pPr>
            <a:lvl8pPr algn="r">
              <a:defRPr sz="900" b="1">
                <a:solidFill>
                  <a:srgbClr val="D9A72E"/>
                </a:solidFill>
              </a:defRPr>
            </a:lvl8pPr>
            <a:lvl9pPr algn="r">
              <a:defRPr sz="900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D9A72E"/>
                </a:solidFill>
              </a:defRPr>
            </a:pPr>
            <a:r>
              <a:rPr sz="900" b="1">
                <a:solidFill>
                  <a:srgbClr val="D9A72E"/>
                </a:solidFill>
              </a:rPr>
              <a:t>07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A53090-CB7A-4A6F-BA8F-74BFA4DFDE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2d0d7b2fa7439f"/>
          <a:srcRect xmlns:a="http://schemas.openxmlformats.org/drawingml/2006/main" l="0" t="36666" r="0" b="366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209800"/>
            <a:ext cx="7429500" cy="3810000"/>
          </a:xfrm>
          <a:prstGeom xmlns:a="http://schemas.openxmlformats.org/drawingml/2006/main" prst="roundRect">
            <a:avLst>
              <a:gd name="adj" fmla="val 3000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41115F-FC80-4B25-905B-157808CE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81250"/>
            <a:ext cx="30289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2B4A27-76F2-448E-B7ED-0E1F7CC66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81250"/>
            <a:ext cx="666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933"/>
          </a:solidFill>
          <a:ln xmlns:a="http://schemas.openxmlformats.org/drawingml/2006/main" w="0">
            <a:solidFill>
              <a:srgbClr val="8F193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4DB196-A57B-4382-BB44-C8B2CCFB2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590800"/>
            <a:ext cx="255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8F1933"/>
                </a:solidFill>
              </a:defRPr>
            </a:defPPr>
            <a:lvl1pPr>
              <a:defRPr sz="1500" b="1">
                <a:solidFill>
                  <a:srgbClr val="8F1933"/>
                </a:solidFill>
              </a:defRPr>
            </a:lvl1pPr>
            <a:lvl2pPr>
              <a:defRPr sz="1500" b="1">
                <a:solidFill>
                  <a:srgbClr val="8F1933"/>
                </a:solidFill>
              </a:defRPr>
            </a:lvl2pPr>
            <a:lvl3pPr>
              <a:defRPr sz="1500" b="1">
                <a:solidFill>
                  <a:srgbClr val="8F1933"/>
                </a:solidFill>
              </a:defRPr>
            </a:lvl3pPr>
            <a:lvl4pPr>
              <a:defRPr sz="1500" b="1">
                <a:solidFill>
                  <a:srgbClr val="8F1933"/>
                </a:solidFill>
              </a:defRPr>
            </a:lvl4pPr>
            <a:lvl5pPr>
              <a:defRPr sz="1500" b="1">
                <a:solidFill>
                  <a:srgbClr val="8F1933"/>
                </a:solidFill>
              </a:defRPr>
            </a:lvl5pPr>
            <a:lvl6pPr>
              <a:defRPr sz="1500" b="1">
                <a:solidFill>
                  <a:srgbClr val="8F1933"/>
                </a:solidFill>
              </a:defRPr>
            </a:lvl6pPr>
            <a:lvl7pPr>
              <a:defRPr sz="1500" b="1">
                <a:solidFill>
                  <a:srgbClr val="8F1933"/>
                </a:solidFill>
              </a:defRPr>
            </a:lvl7pPr>
            <a:lvl8pPr>
              <a:defRPr sz="1500" b="1">
                <a:solidFill>
                  <a:srgbClr val="8F1933"/>
                </a:solidFill>
              </a:defRPr>
            </a:lvl8pPr>
            <a:lvl9pPr>
              <a:defRPr sz="15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8F1933"/>
                </a:solidFill>
              </a:defRPr>
            </a:pPr>
            <a:r>
              <a:rPr sz="1500" b="1">
                <a:solidFill>
                  <a:srgbClr val="8F1933"/>
                </a:solidFill>
              </a:rPr>
              <a:t>Four careful discovery regions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7F4DF3-63F9-4230-A95B-2B7C06F47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67050"/>
            <a:ext cx="2552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Old Mysuru, North Karnataka, Coastal Karnataka and Kalyana Karnataka.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1267FA-9038-463D-915C-C824B7E3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000500"/>
            <a:ext cx="3028950" cy="2019300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474203-156D-4694-BE9D-2B3E6FF5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000500"/>
            <a:ext cx="66675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64D"/>
          </a:solidFill>
          <a:ln xmlns:a="http://schemas.openxmlformats.org/drawingml/2006/main" w="0">
            <a:solidFill>
              <a:srgbClr val="31564D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44F80A-FDB5-4129-8104-78796919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210050"/>
            <a:ext cx="255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31564D"/>
                </a:solidFill>
              </a:defRPr>
            </a:defPPr>
            <a:lvl1pPr>
              <a:defRPr sz="1500" b="1">
                <a:solidFill>
                  <a:srgbClr val="31564D"/>
                </a:solidFill>
              </a:defRPr>
            </a:lvl1pPr>
            <a:lvl2pPr>
              <a:defRPr sz="1500" b="1">
                <a:solidFill>
                  <a:srgbClr val="31564D"/>
                </a:solidFill>
              </a:defRPr>
            </a:lvl2pPr>
            <a:lvl3pPr>
              <a:defRPr sz="1500" b="1">
                <a:solidFill>
                  <a:srgbClr val="31564D"/>
                </a:solidFill>
              </a:defRPr>
            </a:lvl3pPr>
            <a:lvl4pPr>
              <a:defRPr sz="1500" b="1">
                <a:solidFill>
                  <a:srgbClr val="31564D"/>
                </a:solidFill>
              </a:defRPr>
            </a:lvl4pPr>
            <a:lvl5pPr>
              <a:defRPr sz="1500" b="1">
                <a:solidFill>
                  <a:srgbClr val="31564D"/>
                </a:solidFill>
              </a:defRPr>
            </a:lvl5pPr>
            <a:lvl6pPr>
              <a:defRPr sz="1500" b="1">
                <a:solidFill>
                  <a:srgbClr val="31564D"/>
                </a:solidFill>
              </a:defRPr>
            </a:lvl6pPr>
            <a:lvl7pPr>
              <a:defRPr sz="1500" b="1">
                <a:solidFill>
                  <a:srgbClr val="31564D"/>
                </a:solidFill>
              </a:defRPr>
            </a:lvl7pPr>
            <a:lvl8pPr>
              <a:defRPr sz="1500" b="1">
                <a:solidFill>
                  <a:srgbClr val="31564D"/>
                </a:solidFill>
              </a:defRPr>
            </a:lvl8pPr>
            <a:lvl9pPr>
              <a:defRPr sz="1500" b="1">
                <a:solidFill>
                  <a:srgbClr val="31564D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31564D"/>
                </a:solidFill>
              </a:defRPr>
            </a:pPr>
            <a:r>
              <a:rPr sz="1500" b="1">
                <a:solidFill>
                  <a:srgbClr val="31564D"/>
                </a:solidFill>
              </a:rPr>
              <a:t>No false equivalence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D25835-30AF-4D50-B6EC-DC0344C00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686300"/>
            <a:ext cx="25527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Unrelated words are not paired as the same concept. Read speech, spontaneous speech, vocabulary and pronunciation remain distinct.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CF33E4-1743-438D-B73E-4B564AD0B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>
                <a:solidFill>
                  <a:srgbClr val="76645B"/>
                </a:solidFill>
              </a:defRPr>
            </a:defPPr>
            <a:lvl1pPr>
              <a:defRPr sz="750">
                <a:solidFill>
                  <a:srgbClr val="76645B"/>
                </a:solidFill>
              </a:defRPr>
            </a:lvl1pPr>
            <a:lvl2pPr>
              <a:defRPr sz="750">
                <a:solidFill>
                  <a:srgbClr val="76645B"/>
                </a:solidFill>
              </a:defRPr>
            </a:lvl2pPr>
            <a:lvl3pPr>
              <a:defRPr sz="750">
                <a:solidFill>
                  <a:srgbClr val="76645B"/>
                </a:solidFill>
              </a:defRPr>
            </a:lvl3pPr>
            <a:lvl4pPr>
              <a:defRPr sz="750">
                <a:solidFill>
                  <a:srgbClr val="76645B"/>
                </a:solidFill>
              </a:defRPr>
            </a:lvl4pPr>
            <a:lvl5pPr>
              <a:defRPr sz="750">
                <a:solidFill>
                  <a:srgbClr val="76645B"/>
                </a:solidFill>
              </a:defRPr>
            </a:lvl5pPr>
            <a:lvl6pPr>
              <a:defRPr sz="750">
                <a:solidFill>
                  <a:srgbClr val="76645B"/>
                </a:solidFill>
              </a:defRPr>
            </a:lvl6pPr>
            <a:lvl7pPr>
              <a:defRPr sz="750">
                <a:solidFill>
                  <a:srgbClr val="76645B"/>
                </a:solidFill>
              </a:defRPr>
            </a:lvl7pPr>
            <a:lvl8pPr>
              <a:defRPr sz="750">
                <a:solidFill>
                  <a:srgbClr val="76645B"/>
                </a:solidFill>
              </a:defRPr>
            </a:lvl8pPr>
            <a:lvl9pPr>
              <a:defRPr sz="7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750">
                <a:solidFill>
                  <a:srgbClr val="76645B"/>
                </a:solidFill>
              </a:defRPr>
            </a:pPr>
            <a:r>
              <a:rPr sz="750">
                <a:solidFill>
                  <a:srgbClr val="76645B"/>
                </a:solidFill>
              </a:rPr>
              <a:t>ಕನ್ನಡದ ಬೇರು  ·  PS04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4E0665-10F2-44F0-9ACE-378076B7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6505575"/>
            <a:ext cx="2895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750">
                <a:solidFill>
                  <a:srgbClr val="76645B"/>
                </a:solidFill>
              </a:defRPr>
            </a:defPPr>
            <a:lvl1pPr algn="r">
              <a:defRPr sz="750">
                <a:solidFill>
                  <a:srgbClr val="76645B"/>
                </a:solidFill>
              </a:defRPr>
            </a:lvl1pPr>
            <a:lvl2pPr algn="r">
              <a:defRPr sz="750">
                <a:solidFill>
                  <a:srgbClr val="76645B"/>
                </a:solidFill>
              </a:defRPr>
            </a:lvl2pPr>
            <a:lvl3pPr algn="r">
              <a:defRPr sz="750">
                <a:solidFill>
                  <a:srgbClr val="76645B"/>
                </a:solidFill>
              </a:defRPr>
            </a:lvl3pPr>
            <a:lvl4pPr algn="r">
              <a:defRPr sz="750">
                <a:solidFill>
                  <a:srgbClr val="76645B"/>
                </a:solidFill>
              </a:defRPr>
            </a:lvl4pPr>
            <a:lvl5pPr algn="r">
              <a:defRPr sz="750">
                <a:solidFill>
                  <a:srgbClr val="76645B"/>
                </a:solidFill>
              </a:defRPr>
            </a:lvl5pPr>
            <a:lvl6pPr algn="r">
              <a:defRPr sz="750">
                <a:solidFill>
                  <a:srgbClr val="76645B"/>
                </a:solidFill>
              </a:defRPr>
            </a:lvl6pPr>
            <a:lvl7pPr algn="r">
              <a:defRPr sz="750">
                <a:solidFill>
                  <a:srgbClr val="76645B"/>
                </a:solidFill>
              </a:defRPr>
            </a:lvl7pPr>
            <a:lvl8pPr algn="r">
              <a:defRPr sz="750">
                <a:solidFill>
                  <a:srgbClr val="76645B"/>
                </a:solidFill>
              </a:defRPr>
            </a:lvl8pPr>
            <a:lvl9pPr algn="r">
              <a:defRPr sz="7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 algn="r">
              <a:defRPr sz="750">
                <a:solidFill>
                  <a:srgbClr val="76645B"/>
                </a:solidFill>
              </a:defRPr>
            </a:pPr>
            <a:r>
              <a:rPr sz="750">
                <a:solidFill>
                  <a:srgbClr val="76645B"/>
                </a:solidFill>
              </a:rPr>
              <a:t>kannadada-beru.vercel.app</a:t>
            </a:r>
          </a:p>
        </p:txBody>
      </p:sp>
    </p:spTree>
    <p:extLst>
      <p:ext uri="{BB962C8B-B14F-4D97-AF65-F5344CB8AC3E}">
        <p14:creationId xmlns:p14="http://schemas.microsoft.com/office/powerpoint/2010/main" val="12662189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8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2F158F-B65D-434F-AE4B-266773A5B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F1933"/>
                </a:solidFill>
              </a:defRPr>
            </a:defPPr>
            <a:lvl1pPr>
              <a:defRPr sz="900" b="1">
                <a:solidFill>
                  <a:srgbClr val="8F1933"/>
                </a:solidFill>
              </a:defRPr>
            </a:lvl1pPr>
            <a:lvl2pPr>
              <a:defRPr sz="900" b="1">
                <a:solidFill>
                  <a:srgbClr val="8F1933"/>
                </a:solidFill>
              </a:defRPr>
            </a:lvl2pPr>
            <a:lvl3pPr>
              <a:defRPr sz="900" b="1">
                <a:solidFill>
                  <a:srgbClr val="8F1933"/>
                </a:solidFill>
              </a:defRPr>
            </a:lvl3pPr>
            <a:lvl4pPr>
              <a:defRPr sz="900" b="1">
                <a:solidFill>
                  <a:srgbClr val="8F1933"/>
                </a:solidFill>
              </a:defRPr>
            </a:lvl4pPr>
            <a:lvl5pPr>
              <a:defRPr sz="900" b="1">
                <a:solidFill>
                  <a:srgbClr val="8F1933"/>
                </a:solidFill>
              </a:defRPr>
            </a:lvl5pPr>
            <a:lvl6pPr>
              <a:defRPr sz="900" b="1">
                <a:solidFill>
                  <a:srgbClr val="8F1933"/>
                </a:solidFill>
              </a:defRPr>
            </a:lvl6pPr>
            <a:lvl7pPr>
              <a:defRPr sz="900" b="1">
                <a:solidFill>
                  <a:srgbClr val="8F1933"/>
                </a:solidFill>
              </a:defRPr>
            </a:lvl7pPr>
            <a:lvl8pPr>
              <a:defRPr sz="900" b="1">
                <a:solidFill>
                  <a:srgbClr val="8F1933"/>
                </a:solidFill>
              </a:defRPr>
            </a:lvl8pPr>
            <a:lvl9pPr>
              <a:defRPr sz="9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F1933"/>
                </a:solidFill>
              </a:defRPr>
            </a:pPr>
            <a:r>
              <a:rPr sz="900" b="1">
                <a:solidFill>
                  <a:srgbClr val="8F1933"/>
                </a:solidFill>
              </a:rPr>
              <a:t>VOICE AND PROVENANCE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B18CF9-821D-4F03-B3F2-A9AE9075D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271C19"/>
                </a:solidFill>
              </a:defRPr>
            </a:defPPr>
            <a:lvl1pPr>
              <a:defRPr sz="3150" b="1">
                <a:solidFill>
                  <a:srgbClr val="271C19"/>
                </a:solidFill>
              </a:defRPr>
            </a:lvl1pPr>
            <a:lvl2pPr>
              <a:defRPr sz="3150" b="1">
                <a:solidFill>
                  <a:srgbClr val="271C19"/>
                </a:solidFill>
              </a:defRPr>
            </a:lvl2pPr>
            <a:lvl3pPr>
              <a:defRPr sz="3150" b="1">
                <a:solidFill>
                  <a:srgbClr val="271C19"/>
                </a:solidFill>
              </a:defRPr>
            </a:lvl3pPr>
            <a:lvl4pPr>
              <a:defRPr sz="3150" b="1">
                <a:solidFill>
                  <a:srgbClr val="271C19"/>
                </a:solidFill>
              </a:defRPr>
            </a:lvl4pPr>
            <a:lvl5pPr>
              <a:defRPr sz="3150" b="1">
                <a:solidFill>
                  <a:srgbClr val="271C19"/>
                </a:solidFill>
              </a:defRPr>
            </a:lvl5pPr>
            <a:lvl6pPr>
              <a:defRPr sz="3150" b="1">
                <a:solidFill>
                  <a:srgbClr val="271C19"/>
                </a:solidFill>
              </a:defRPr>
            </a:lvl6pPr>
            <a:lvl7pPr>
              <a:defRPr sz="3150" b="1">
                <a:solidFill>
                  <a:srgbClr val="271C19"/>
                </a:solidFill>
              </a:defRPr>
            </a:lvl7pPr>
            <a:lvl8pPr>
              <a:defRPr sz="3150" b="1">
                <a:solidFill>
                  <a:srgbClr val="271C19"/>
                </a:solidFill>
              </a:defRPr>
            </a:lvl8pPr>
            <a:lvl9pPr>
              <a:defRPr sz="3150" b="1">
                <a:solidFill>
                  <a:srgbClr val="271C19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1C19"/>
                </a:solidFill>
              </a:defRPr>
            </a:pPr>
            <a:r>
              <a:rPr sz="3150" b="1">
                <a:solidFill>
                  <a:srgbClr val="271C19"/>
                </a:solidFill>
              </a:rPr>
              <a:t>Human audio with a visible evidence boundary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58C90F-6FD7-4BE8-B86F-905982B7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14500"/>
            <a:ext cx="981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>
                <a:solidFill>
                  <a:srgbClr val="76645B"/>
                </a:solidFill>
              </a:defRPr>
            </a:defPPr>
            <a:lvl1pPr>
              <a:defRPr sz="1350">
                <a:solidFill>
                  <a:srgbClr val="76645B"/>
                </a:solidFill>
              </a:defRPr>
            </a:lvl1pPr>
            <a:lvl2pPr>
              <a:defRPr sz="1350">
                <a:solidFill>
                  <a:srgbClr val="76645B"/>
                </a:solidFill>
              </a:defRPr>
            </a:lvl2pPr>
            <a:lvl3pPr>
              <a:defRPr sz="1350">
                <a:solidFill>
                  <a:srgbClr val="76645B"/>
                </a:solidFill>
              </a:defRPr>
            </a:lvl3pPr>
            <a:lvl4pPr>
              <a:defRPr sz="1350">
                <a:solidFill>
                  <a:srgbClr val="76645B"/>
                </a:solidFill>
              </a:defRPr>
            </a:lvl4pPr>
            <a:lvl5pPr>
              <a:defRPr sz="1350">
                <a:solidFill>
                  <a:srgbClr val="76645B"/>
                </a:solidFill>
              </a:defRPr>
            </a:lvl5pPr>
            <a:lvl6pPr>
              <a:defRPr sz="1350">
                <a:solidFill>
                  <a:srgbClr val="76645B"/>
                </a:solidFill>
              </a:defRPr>
            </a:lvl6pPr>
            <a:lvl7pPr>
              <a:defRPr sz="1350">
                <a:solidFill>
                  <a:srgbClr val="76645B"/>
                </a:solidFill>
              </a:defRPr>
            </a:lvl7pPr>
            <a:lvl8pPr>
              <a:defRPr sz="1350">
                <a:solidFill>
                  <a:srgbClr val="76645B"/>
                </a:solidFill>
              </a:defRPr>
            </a:lvl8pPr>
            <a:lvl9pPr>
              <a:defRPr sz="13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350">
                <a:solidFill>
                  <a:srgbClr val="76645B"/>
                </a:solidFill>
              </a:defRPr>
            </a:pPr>
            <a:r>
              <a:rPr sz="1350">
                <a:solidFill>
                  <a:srgbClr val="76645B"/>
                </a:solidFill>
              </a:rPr>
              <a:t>Twelve Kannada clips are available now. Regional identity remains unclaimed until the evidence is complete.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20B82D-0765-46D6-9671-70539E32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524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 b="1">
                <a:solidFill>
                  <a:srgbClr val="D9A72E"/>
                </a:solidFill>
              </a:defRPr>
            </a:defPPr>
            <a:lvl1pPr algn="r">
              <a:defRPr sz="900" b="1">
                <a:solidFill>
                  <a:srgbClr val="D9A72E"/>
                </a:solidFill>
              </a:defRPr>
            </a:lvl1pPr>
            <a:lvl2pPr algn="r">
              <a:defRPr sz="900" b="1">
                <a:solidFill>
                  <a:srgbClr val="D9A72E"/>
                </a:solidFill>
              </a:defRPr>
            </a:lvl2pPr>
            <a:lvl3pPr algn="r">
              <a:defRPr sz="900" b="1">
                <a:solidFill>
                  <a:srgbClr val="D9A72E"/>
                </a:solidFill>
              </a:defRPr>
            </a:lvl3pPr>
            <a:lvl4pPr algn="r">
              <a:defRPr sz="900" b="1">
                <a:solidFill>
                  <a:srgbClr val="D9A72E"/>
                </a:solidFill>
              </a:defRPr>
            </a:lvl4pPr>
            <a:lvl5pPr algn="r">
              <a:defRPr sz="900" b="1">
                <a:solidFill>
                  <a:srgbClr val="D9A72E"/>
                </a:solidFill>
              </a:defRPr>
            </a:lvl5pPr>
            <a:lvl6pPr algn="r">
              <a:defRPr sz="900" b="1">
                <a:solidFill>
                  <a:srgbClr val="D9A72E"/>
                </a:solidFill>
              </a:defRPr>
            </a:lvl6pPr>
            <a:lvl7pPr algn="r">
              <a:defRPr sz="900" b="1">
                <a:solidFill>
                  <a:srgbClr val="D9A72E"/>
                </a:solidFill>
              </a:defRPr>
            </a:lvl7pPr>
            <a:lvl8pPr algn="r">
              <a:defRPr sz="900" b="1">
                <a:solidFill>
                  <a:srgbClr val="D9A72E"/>
                </a:solidFill>
              </a:defRPr>
            </a:lvl8pPr>
            <a:lvl9pPr algn="r">
              <a:defRPr sz="900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D9A72E"/>
                </a:solidFill>
              </a:defRPr>
            </a:pPr>
            <a:r>
              <a:rPr sz="900" b="1">
                <a:solidFill>
                  <a:srgbClr val="D9A72E"/>
                </a:solidFill>
              </a:rPr>
              <a:t>08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ACAF52-AED0-4D25-A31C-7A10FEA242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3078eefdc44a3b"/>
          <a:stretch xmlns:a="http://schemas.openxmlformats.org/drawingml/2006/main"/>
        </p:blipFill>
        <p:spPr>
          <a:xfrm xmlns:a="http://schemas.openxmlformats.org/drawingml/2006/main">
            <a:off x="685800" y="2672871"/>
            <a:ext cx="6572250" cy="2883858"/>
          </a:xfrm>
          <a:prstGeom xmlns:a="http://schemas.openxmlformats.org/drawingml/2006/main" prst="roundRect">
            <a:avLst>
              <a:gd name="adj" fmla="val 3093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E8E4AF-61E0-41ED-862D-95410F0C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286000"/>
            <a:ext cx="38671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22A737-C5CB-46D0-9854-BEAEDFC6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286000"/>
            <a:ext cx="666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933"/>
          </a:solidFill>
          <a:ln xmlns:a="http://schemas.openxmlformats.org/drawingml/2006/main" w="0">
            <a:solidFill>
              <a:srgbClr val="8F193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57C6C2-8FC5-4A52-BDCD-938622214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9555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8F1933"/>
                </a:solidFill>
              </a:defRPr>
            </a:defPPr>
            <a:lvl1pPr>
              <a:defRPr sz="1500" b="1">
                <a:solidFill>
                  <a:srgbClr val="8F1933"/>
                </a:solidFill>
              </a:defRPr>
            </a:lvl1pPr>
            <a:lvl2pPr>
              <a:defRPr sz="1500" b="1">
                <a:solidFill>
                  <a:srgbClr val="8F1933"/>
                </a:solidFill>
              </a:defRPr>
            </a:lvl2pPr>
            <a:lvl3pPr>
              <a:defRPr sz="1500" b="1">
                <a:solidFill>
                  <a:srgbClr val="8F1933"/>
                </a:solidFill>
              </a:defRPr>
            </a:lvl3pPr>
            <a:lvl4pPr>
              <a:defRPr sz="1500" b="1">
                <a:solidFill>
                  <a:srgbClr val="8F1933"/>
                </a:solidFill>
              </a:defRPr>
            </a:lvl4pPr>
            <a:lvl5pPr>
              <a:defRPr sz="1500" b="1">
                <a:solidFill>
                  <a:srgbClr val="8F1933"/>
                </a:solidFill>
              </a:defRPr>
            </a:lvl5pPr>
            <a:lvl6pPr>
              <a:defRPr sz="1500" b="1">
                <a:solidFill>
                  <a:srgbClr val="8F1933"/>
                </a:solidFill>
              </a:defRPr>
            </a:lvl6pPr>
            <a:lvl7pPr>
              <a:defRPr sz="1500" b="1">
                <a:solidFill>
                  <a:srgbClr val="8F1933"/>
                </a:solidFill>
              </a:defRPr>
            </a:lvl7pPr>
            <a:lvl8pPr>
              <a:defRPr sz="1500" b="1">
                <a:solidFill>
                  <a:srgbClr val="8F1933"/>
                </a:solidFill>
              </a:defRPr>
            </a:lvl8pPr>
            <a:lvl9pPr>
              <a:defRPr sz="15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8F1933"/>
                </a:solidFill>
              </a:defRPr>
            </a:pPr>
            <a:r>
              <a:rPr sz="1500" b="1">
                <a:solidFill>
                  <a:srgbClr val="8F1933"/>
                </a:solidFill>
              </a:rPr>
              <a:t>12 integrity checked OGG files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70C7B7-6550-4311-AA32-E3CBE0E0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971800"/>
            <a:ext cx="3390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Exact word, uploader, source date, public file page, CC0 status, byte length and SHA-256 stay together in the manifest.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67AAFF-654F-45D0-9374-FFAEA399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171950"/>
            <a:ext cx="386715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630D24-A802-4A0A-A232-7F455E3B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171950"/>
            <a:ext cx="66675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64D"/>
          </a:solidFill>
          <a:ln xmlns:a="http://schemas.openxmlformats.org/drawingml/2006/main" w="0">
            <a:solidFill>
              <a:srgbClr val="31564D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96DBA6-1BFB-410E-BDD9-D4E67DBB4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8150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31564D"/>
                </a:solidFill>
              </a:defRPr>
            </a:defPPr>
            <a:lvl1pPr>
              <a:defRPr sz="1500" b="1">
                <a:solidFill>
                  <a:srgbClr val="31564D"/>
                </a:solidFill>
              </a:defRPr>
            </a:lvl1pPr>
            <a:lvl2pPr>
              <a:defRPr sz="1500" b="1">
                <a:solidFill>
                  <a:srgbClr val="31564D"/>
                </a:solidFill>
              </a:defRPr>
            </a:lvl2pPr>
            <a:lvl3pPr>
              <a:defRPr sz="1500" b="1">
                <a:solidFill>
                  <a:srgbClr val="31564D"/>
                </a:solidFill>
              </a:defRPr>
            </a:lvl3pPr>
            <a:lvl4pPr>
              <a:defRPr sz="1500" b="1">
                <a:solidFill>
                  <a:srgbClr val="31564D"/>
                </a:solidFill>
              </a:defRPr>
            </a:lvl4pPr>
            <a:lvl5pPr>
              <a:defRPr sz="1500" b="1">
                <a:solidFill>
                  <a:srgbClr val="31564D"/>
                </a:solidFill>
              </a:defRPr>
            </a:lvl5pPr>
            <a:lvl6pPr>
              <a:defRPr sz="1500" b="1">
                <a:solidFill>
                  <a:srgbClr val="31564D"/>
                </a:solidFill>
              </a:defRPr>
            </a:lvl6pPr>
            <a:lvl7pPr>
              <a:defRPr sz="1500" b="1">
                <a:solidFill>
                  <a:srgbClr val="31564D"/>
                </a:solidFill>
              </a:defRPr>
            </a:lvl7pPr>
            <a:lvl8pPr>
              <a:defRPr sz="1500" b="1">
                <a:solidFill>
                  <a:srgbClr val="31564D"/>
                </a:solidFill>
              </a:defRPr>
            </a:lvl8pPr>
            <a:lvl9pPr>
              <a:defRPr sz="1500" b="1">
                <a:solidFill>
                  <a:srgbClr val="31564D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31564D"/>
                </a:solidFill>
              </a:defRPr>
            </a:pPr>
            <a:r>
              <a:rPr sz="1500" b="1">
                <a:solidFill>
                  <a:srgbClr val="31564D"/>
                </a:solidFill>
              </a:rPr>
              <a:t>0 completed regional sets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B846E6-D239-4D82-8051-DAEEDA9DB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57750"/>
            <a:ext cx="33909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The source proves Kannada pronunciation, but it does not publish Mysuru, Dharwad or Kalaburagi speaker metadata. The interface says so plainly.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7AD89E-49EC-476D-BC59-BFDBE963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>
                <a:solidFill>
                  <a:srgbClr val="76645B"/>
                </a:solidFill>
              </a:defRPr>
            </a:defPPr>
            <a:lvl1pPr>
              <a:defRPr sz="750">
                <a:solidFill>
                  <a:srgbClr val="76645B"/>
                </a:solidFill>
              </a:defRPr>
            </a:lvl1pPr>
            <a:lvl2pPr>
              <a:defRPr sz="750">
                <a:solidFill>
                  <a:srgbClr val="76645B"/>
                </a:solidFill>
              </a:defRPr>
            </a:lvl2pPr>
            <a:lvl3pPr>
              <a:defRPr sz="750">
                <a:solidFill>
                  <a:srgbClr val="76645B"/>
                </a:solidFill>
              </a:defRPr>
            </a:lvl3pPr>
            <a:lvl4pPr>
              <a:defRPr sz="750">
                <a:solidFill>
                  <a:srgbClr val="76645B"/>
                </a:solidFill>
              </a:defRPr>
            </a:lvl4pPr>
            <a:lvl5pPr>
              <a:defRPr sz="750">
                <a:solidFill>
                  <a:srgbClr val="76645B"/>
                </a:solidFill>
              </a:defRPr>
            </a:lvl5pPr>
            <a:lvl6pPr>
              <a:defRPr sz="750">
                <a:solidFill>
                  <a:srgbClr val="76645B"/>
                </a:solidFill>
              </a:defRPr>
            </a:lvl6pPr>
            <a:lvl7pPr>
              <a:defRPr sz="750">
                <a:solidFill>
                  <a:srgbClr val="76645B"/>
                </a:solidFill>
              </a:defRPr>
            </a:lvl7pPr>
            <a:lvl8pPr>
              <a:defRPr sz="750">
                <a:solidFill>
                  <a:srgbClr val="76645B"/>
                </a:solidFill>
              </a:defRPr>
            </a:lvl8pPr>
            <a:lvl9pPr>
              <a:defRPr sz="7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750">
                <a:solidFill>
                  <a:srgbClr val="76645B"/>
                </a:solidFill>
              </a:defRPr>
            </a:pPr>
            <a:r>
              <a:rPr sz="750">
                <a:solidFill>
                  <a:srgbClr val="76645B"/>
                </a:solidFill>
              </a:rPr>
              <a:t>ಕನ್ನಡದ ಬೇರು  ·  PS04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123321-FD9D-4996-BA9D-EA567282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6505575"/>
            <a:ext cx="2895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750">
                <a:solidFill>
                  <a:srgbClr val="76645B"/>
                </a:solidFill>
              </a:defRPr>
            </a:defPPr>
            <a:lvl1pPr algn="r">
              <a:defRPr sz="750">
                <a:solidFill>
                  <a:srgbClr val="76645B"/>
                </a:solidFill>
              </a:defRPr>
            </a:lvl1pPr>
            <a:lvl2pPr algn="r">
              <a:defRPr sz="750">
                <a:solidFill>
                  <a:srgbClr val="76645B"/>
                </a:solidFill>
              </a:defRPr>
            </a:lvl2pPr>
            <a:lvl3pPr algn="r">
              <a:defRPr sz="750">
                <a:solidFill>
                  <a:srgbClr val="76645B"/>
                </a:solidFill>
              </a:defRPr>
            </a:lvl3pPr>
            <a:lvl4pPr algn="r">
              <a:defRPr sz="750">
                <a:solidFill>
                  <a:srgbClr val="76645B"/>
                </a:solidFill>
              </a:defRPr>
            </a:lvl4pPr>
            <a:lvl5pPr algn="r">
              <a:defRPr sz="750">
                <a:solidFill>
                  <a:srgbClr val="76645B"/>
                </a:solidFill>
              </a:defRPr>
            </a:lvl5pPr>
            <a:lvl6pPr algn="r">
              <a:defRPr sz="750">
                <a:solidFill>
                  <a:srgbClr val="76645B"/>
                </a:solidFill>
              </a:defRPr>
            </a:lvl6pPr>
            <a:lvl7pPr algn="r">
              <a:defRPr sz="750">
                <a:solidFill>
                  <a:srgbClr val="76645B"/>
                </a:solidFill>
              </a:defRPr>
            </a:lvl7pPr>
            <a:lvl8pPr algn="r">
              <a:defRPr sz="750">
                <a:solidFill>
                  <a:srgbClr val="76645B"/>
                </a:solidFill>
              </a:defRPr>
            </a:lvl8pPr>
            <a:lvl9pPr algn="r">
              <a:defRPr sz="7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 algn="r">
              <a:defRPr sz="750">
                <a:solidFill>
                  <a:srgbClr val="76645B"/>
                </a:solidFill>
              </a:defRPr>
            </a:pPr>
            <a:r>
              <a:rPr sz="750">
                <a:solidFill>
                  <a:srgbClr val="76645B"/>
                </a:solidFill>
              </a:rPr>
              <a:t>kannadada-beru.vercel.app</a:t>
            </a:r>
          </a:p>
        </p:txBody>
      </p:sp>
    </p:spTree>
    <p:extLst>
      <p:ext uri="{BB962C8B-B14F-4D97-AF65-F5344CB8AC3E}">
        <p14:creationId xmlns:p14="http://schemas.microsoft.com/office/powerpoint/2010/main" val="1488627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8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682881-D710-4233-9438-3B9A5BF33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F1933"/>
                </a:solidFill>
              </a:defRPr>
            </a:defPPr>
            <a:lvl1pPr>
              <a:defRPr sz="900" b="1">
                <a:solidFill>
                  <a:srgbClr val="8F1933"/>
                </a:solidFill>
              </a:defRPr>
            </a:lvl1pPr>
            <a:lvl2pPr>
              <a:defRPr sz="900" b="1">
                <a:solidFill>
                  <a:srgbClr val="8F1933"/>
                </a:solidFill>
              </a:defRPr>
            </a:lvl2pPr>
            <a:lvl3pPr>
              <a:defRPr sz="900" b="1">
                <a:solidFill>
                  <a:srgbClr val="8F1933"/>
                </a:solidFill>
              </a:defRPr>
            </a:lvl3pPr>
            <a:lvl4pPr>
              <a:defRPr sz="900" b="1">
                <a:solidFill>
                  <a:srgbClr val="8F1933"/>
                </a:solidFill>
              </a:defRPr>
            </a:lvl4pPr>
            <a:lvl5pPr>
              <a:defRPr sz="900" b="1">
                <a:solidFill>
                  <a:srgbClr val="8F1933"/>
                </a:solidFill>
              </a:defRPr>
            </a:lvl5pPr>
            <a:lvl6pPr>
              <a:defRPr sz="900" b="1">
                <a:solidFill>
                  <a:srgbClr val="8F1933"/>
                </a:solidFill>
              </a:defRPr>
            </a:lvl6pPr>
            <a:lvl7pPr>
              <a:defRPr sz="900" b="1">
                <a:solidFill>
                  <a:srgbClr val="8F1933"/>
                </a:solidFill>
              </a:defRPr>
            </a:lvl7pPr>
            <a:lvl8pPr>
              <a:defRPr sz="900" b="1">
                <a:solidFill>
                  <a:srgbClr val="8F1933"/>
                </a:solidFill>
              </a:defRPr>
            </a:lvl8pPr>
            <a:lvl9pPr>
              <a:defRPr sz="9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F1933"/>
                </a:solidFill>
              </a:defRPr>
            </a:pPr>
            <a:r>
              <a:rPr sz="900" b="1">
                <a:solidFill>
                  <a:srgbClr val="8F1933"/>
                </a:solidFill>
              </a:rPr>
              <a:t>SPEECH RESEARCH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F75B97-9439-4E2E-9C73-EF07558E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271C19"/>
                </a:solidFill>
              </a:defRPr>
            </a:defPPr>
            <a:lvl1pPr>
              <a:defRPr sz="3150" b="1">
                <a:solidFill>
                  <a:srgbClr val="271C19"/>
                </a:solidFill>
              </a:defRPr>
            </a:lvl1pPr>
            <a:lvl2pPr>
              <a:defRPr sz="3150" b="1">
                <a:solidFill>
                  <a:srgbClr val="271C19"/>
                </a:solidFill>
              </a:defRPr>
            </a:lvl2pPr>
            <a:lvl3pPr>
              <a:defRPr sz="3150" b="1">
                <a:solidFill>
                  <a:srgbClr val="271C19"/>
                </a:solidFill>
              </a:defRPr>
            </a:lvl3pPr>
            <a:lvl4pPr>
              <a:defRPr sz="3150" b="1">
                <a:solidFill>
                  <a:srgbClr val="271C19"/>
                </a:solidFill>
              </a:defRPr>
            </a:lvl4pPr>
            <a:lvl5pPr>
              <a:defRPr sz="3150" b="1">
                <a:solidFill>
                  <a:srgbClr val="271C19"/>
                </a:solidFill>
              </a:defRPr>
            </a:lvl5pPr>
            <a:lvl6pPr>
              <a:defRPr sz="3150" b="1">
                <a:solidFill>
                  <a:srgbClr val="271C19"/>
                </a:solidFill>
              </a:defRPr>
            </a:lvl6pPr>
            <a:lvl7pPr>
              <a:defRPr sz="3150" b="1">
                <a:solidFill>
                  <a:srgbClr val="271C19"/>
                </a:solidFill>
              </a:defRPr>
            </a:lvl7pPr>
            <a:lvl8pPr>
              <a:defRPr sz="3150" b="1">
                <a:solidFill>
                  <a:srgbClr val="271C19"/>
                </a:solidFill>
              </a:defRPr>
            </a:lvl8pPr>
            <a:lvl9pPr>
              <a:defRPr sz="3150" b="1">
                <a:solidFill>
                  <a:srgbClr val="271C19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1C19"/>
                </a:solidFill>
              </a:defRPr>
            </a:pPr>
            <a:r>
              <a:rPr sz="3150" b="1">
                <a:solidFill>
                  <a:srgbClr val="271C19"/>
                </a:solidFill>
              </a:rPr>
              <a:t>Public region metadata exists, but no ready same-prompt comparison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39F669-7004-4DC2-B088-1ACBD66D7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14500"/>
            <a:ext cx="981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>
                <a:solidFill>
                  <a:srgbClr val="76645B"/>
                </a:solidFill>
              </a:defRPr>
            </a:defPPr>
            <a:lvl1pPr>
              <a:defRPr sz="1350">
                <a:solidFill>
                  <a:srgbClr val="76645B"/>
                </a:solidFill>
              </a:defRPr>
            </a:lvl1pPr>
            <a:lvl2pPr>
              <a:defRPr sz="1350">
                <a:solidFill>
                  <a:srgbClr val="76645B"/>
                </a:solidFill>
              </a:defRPr>
            </a:lvl2pPr>
            <a:lvl3pPr>
              <a:defRPr sz="1350">
                <a:solidFill>
                  <a:srgbClr val="76645B"/>
                </a:solidFill>
              </a:defRPr>
            </a:lvl3pPr>
            <a:lvl4pPr>
              <a:defRPr sz="1350">
                <a:solidFill>
                  <a:srgbClr val="76645B"/>
                </a:solidFill>
              </a:defRPr>
            </a:lvl4pPr>
            <a:lvl5pPr>
              <a:defRPr sz="1350">
                <a:solidFill>
                  <a:srgbClr val="76645B"/>
                </a:solidFill>
              </a:defRPr>
            </a:lvl5pPr>
            <a:lvl6pPr>
              <a:defRPr sz="1350">
                <a:solidFill>
                  <a:srgbClr val="76645B"/>
                </a:solidFill>
              </a:defRPr>
            </a:lvl6pPr>
            <a:lvl7pPr>
              <a:defRPr sz="1350">
                <a:solidFill>
                  <a:srgbClr val="76645B"/>
                </a:solidFill>
              </a:defRPr>
            </a:lvl7pPr>
            <a:lvl8pPr>
              <a:defRPr sz="1350">
                <a:solidFill>
                  <a:srgbClr val="76645B"/>
                </a:solidFill>
              </a:defRPr>
            </a:lvl8pPr>
            <a:lvl9pPr>
              <a:defRPr sz="13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350">
                <a:solidFill>
                  <a:srgbClr val="76645B"/>
                </a:solidFill>
              </a:defRPr>
            </a:pPr>
            <a:r>
              <a:rPr sz="1350">
                <a:solidFill>
                  <a:srgbClr val="76645B"/>
                </a:solidFill>
              </a:rPr>
              <a:t>The audit prioritised sources that do not require a private dataset login.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F6720A-A65A-4C13-8523-F2514FD5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524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 b="1">
                <a:solidFill>
                  <a:srgbClr val="D9A72E"/>
                </a:solidFill>
              </a:defRPr>
            </a:defPPr>
            <a:lvl1pPr algn="r">
              <a:defRPr sz="900" b="1">
                <a:solidFill>
                  <a:srgbClr val="D9A72E"/>
                </a:solidFill>
              </a:defRPr>
            </a:lvl1pPr>
            <a:lvl2pPr algn="r">
              <a:defRPr sz="900" b="1">
                <a:solidFill>
                  <a:srgbClr val="D9A72E"/>
                </a:solidFill>
              </a:defRPr>
            </a:lvl2pPr>
            <a:lvl3pPr algn="r">
              <a:defRPr sz="900" b="1">
                <a:solidFill>
                  <a:srgbClr val="D9A72E"/>
                </a:solidFill>
              </a:defRPr>
            </a:lvl3pPr>
            <a:lvl4pPr algn="r">
              <a:defRPr sz="900" b="1">
                <a:solidFill>
                  <a:srgbClr val="D9A72E"/>
                </a:solidFill>
              </a:defRPr>
            </a:lvl4pPr>
            <a:lvl5pPr algn="r">
              <a:defRPr sz="900" b="1">
                <a:solidFill>
                  <a:srgbClr val="D9A72E"/>
                </a:solidFill>
              </a:defRPr>
            </a:lvl5pPr>
            <a:lvl6pPr algn="r">
              <a:defRPr sz="900" b="1">
                <a:solidFill>
                  <a:srgbClr val="D9A72E"/>
                </a:solidFill>
              </a:defRPr>
            </a:lvl6pPr>
            <a:lvl7pPr algn="r">
              <a:defRPr sz="900" b="1">
                <a:solidFill>
                  <a:srgbClr val="D9A72E"/>
                </a:solidFill>
              </a:defRPr>
            </a:lvl7pPr>
            <a:lvl8pPr algn="r">
              <a:defRPr sz="900" b="1">
                <a:solidFill>
                  <a:srgbClr val="D9A72E"/>
                </a:solidFill>
              </a:defRPr>
            </a:lvl8pPr>
            <a:lvl9pPr algn="r">
              <a:defRPr sz="900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D9A72E"/>
                </a:solidFill>
              </a:defRPr>
            </a:pPr>
            <a:r>
              <a:rPr sz="900" b="1">
                <a:solidFill>
                  <a:srgbClr val="D9A72E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D31214-3F4C-43E1-8C53-502F96120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333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EE5E54-B520-4297-9512-E49E3F33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933"/>
          </a:solidFill>
          <a:ln xmlns:a="http://schemas.openxmlformats.org/drawingml/2006/main" w="0">
            <a:solidFill>
              <a:srgbClr val="8F193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F1A538-42CF-4D17-B985-2E2B16D06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908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8F1933"/>
                </a:solidFill>
              </a:defRPr>
            </a:defPPr>
            <a:lvl1pPr>
              <a:defRPr sz="1500" b="1">
                <a:solidFill>
                  <a:srgbClr val="8F1933"/>
                </a:solidFill>
              </a:defRPr>
            </a:lvl1pPr>
            <a:lvl2pPr>
              <a:defRPr sz="1500" b="1">
                <a:solidFill>
                  <a:srgbClr val="8F1933"/>
                </a:solidFill>
              </a:defRPr>
            </a:lvl2pPr>
            <a:lvl3pPr>
              <a:defRPr sz="1500" b="1">
                <a:solidFill>
                  <a:srgbClr val="8F1933"/>
                </a:solidFill>
              </a:defRPr>
            </a:lvl3pPr>
            <a:lvl4pPr>
              <a:defRPr sz="1500" b="1">
                <a:solidFill>
                  <a:srgbClr val="8F1933"/>
                </a:solidFill>
              </a:defRPr>
            </a:lvl4pPr>
            <a:lvl5pPr>
              <a:defRPr sz="1500" b="1">
                <a:solidFill>
                  <a:srgbClr val="8F1933"/>
                </a:solidFill>
              </a:defRPr>
            </a:lvl5pPr>
            <a:lvl6pPr>
              <a:defRPr sz="1500" b="1">
                <a:solidFill>
                  <a:srgbClr val="8F1933"/>
                </a:solidFill>
              </a:defRPr>
            </a:lvl6pPr>
            <a:lvl7pPr>
              <a:defRPr sz="1500" b="1">
                <a:solidFill>
                  <a:srgbClr val="8F1933"/>
                </a:solidFill>
              </a:defRPr>
            </a:lvl7pPr>
            <a:lvl8pPr>
              <a:defRPr sz="1500" b="1">
                <a:solidFill>
                  <a:srgbClr val="8F1933"/>
                </a:solidFill>
              </a:defRPr>
            </a:lvl8pPr>
            <a:lvl9pPr>
              <a:defRPr sz="15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8F1933"/>
                </a:solidFill>
              </a:defRPr>
            </a:pPr>
            <a:r>
              <a:rPr sz="1500" b="1">
                <a:solidFill>
                  <a:srgbClr val="8F1933"/>
                </a:solidFill>
              </a:rPr>
              <a:t>IISc NISP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C8D9C0-C974-4BE8-9FBC-161FEFFAB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67050"/>
            <a:ext cx="2857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Public CC BY 4.0 repository with Kannada transcripts and district of upbringing. Target speakers exist for Mysore, Dharwad and Gulbarga.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39C6B1-439E-4095-A9C0-222EEE41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81250"/>
            <a:ext cx="3333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B5CC12-2D4B-4715-BBE9-4D6BE3C3D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812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72E"/>
          </a:solidFill>
          <a:ln xmlns:a="http://schemas.openxmlformats.org/drawingml/2006/main" w="0">
            <a:solidFill>
              <a:srgbClr val="D9A72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F5E2C8-D330-41F7-ADCB-4B203E48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5908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D9A72E"/>
                </a:solidFill>
              </a:defRPr>
            </a:defPPr>
            <a:lvl1pPr>
              <a:defRPr sz="1500" b="1">
                <a:solidFill>
                  <a:srgbClr val="D9A72E"/>
                </a:solidFill>
              </a:defRPr>
            </a:lvl1pPr>
            <a:lvl2pPr>
              <a:defRPr sz="1500" b="1">
                <a:solidFill>
                  <a:srgbClr val="D9A72E"/>
                </a:solidFill>
              </a:defRPr>
            </a:lvl2pPr>
            <a:lvl3pPr>
              <a:defRPr sz="1500" b="1">
                <a:solidFill>
                  <a:srgbClr val="D9A72E"/>
                </a:solidFill>
              </a:defRPr>
            </a:lvl3pPr>
            <a:lvl4pPr>
              <a:defRPr sz="1500" b="1">
                <a:solidFill>
                  <a:srgbClr val="D9A72E"/>
                </a:solidFill>
              </a:defRPr>
            </a:lvl4pPr>
            <a:lvl5pPr>
              <a:defRPr sz="1500" b="1">
                <a:solidFill>
                  <a:srgbClr val="D9A72E"/>
                </a:solidFill>
              </a:defRPr>
            </a:lvl5pPr>
            <a:lvl6pPr>
              <a:defRPr sz="1500" b="1">
                <a:solidFill>
                  <a:srgbClr val="D9A72E"/>
                </a:solidFill>
              </a:defRPr>
            </a:lvl6pPr>
            <a:lvl7pPr>
              <a:defRPr sz="1500" b="1">
                <a:solidFill>
                  <a:srgbClr val="D9A72E"/>
                </a:solidFill>
              </a:defRPr>
            </a:lvl7pPr>
            <a:lvl8pPr>
              <a:defRPr sz="1500" b="1">
                <a:solidFill>
                  <a:srgbClr val="D9A72E"/>
                </a:solidFill>
              </a:defRPr>
            </a:lvl8pPr>
            <a:lvl9pPr>
              <a:defRPr sz="1500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D9A72E"/>
                </a:solidFill>
              </a:defRPr>
            </a:pPr>
            <a:r>
              <a:rPr sz="1500" b="1">
                <a:solidFill>
                  <a:srgbClr val="D9A72E"/>
                </a:solidFill>
              </a:rPr>
              <a:t>Why NISP stays research only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13B1F0-6E1E-49CD-9DBC-250D3A47B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067050"/>
            <a:ext cx="2857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The five target speakers read different prompt sets. Extracting common words requires a 1.53 GB archive, alignment and native review.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3CEAC2-2EEB-46A6-9E95-946A24F4A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81250"/>
            <a:ext cx="3333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52FF43-65C9-480B-B374-23845BC33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812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64D"/>
          </a:solidFill>
          <a:ln xmlns:a="http://schemas.openxmlformats.org/drawingml/2006/main" w="0">
            <a:solidFill>
              <a:srgbClr val="31564D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473127-AC60-4B61-A401-19D517BF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5908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31564D"/>
                </a:solidFill>
              </a:defRPr>
            </a:defPPr>
            <a:lvl1pPr>
              <a:defRPr sz="1500" b="1">
                <a:solidFill>
                  <a:srgbClr val="31564D"/>
                </a:solidFill>
              </a:defRPr>
            </a:lvl1pPr>
            <a:lvl2pPr>
              <a:defRPr sz="1500" b="1">
                <a:solidFill>
                  <a:srgbClr val="31564D"/>
                </a:solidFill>
              </a:defRPr>
            </a:lvl2pPr>
            <a:lvl3pPr>
              <a:defRPr sz="1500" b="1">
                <a:solidFill>
                  <a:srgbClr val="31564D"/>
                </a:solidFill>
              </a:defRPr>
            </a:lvl3pPr>
            <a:lvl4pPr>
              <a:defRPr sz="1500" b="1">
                <a:solidFill>
                  <a:srgbClr val="31564D"/>
                </a:solidFill>
              </a:defRPr>
            </a:lvl4pPr>
            <a:lvl5pPr>
              <a:defRPr sz="1500" b="1">
                <a:solidFill>
                  <a:srgbClr val="31564D"/>
                </a:solidFill>
              </a:defRPr>
            </a:lvl5pPr>
            <a:lvl6pPr>
              <a:defRPr sz="1500" b="1">
                <a:solidFill>
                  <a:srgbClr val="31564D"/>
                </a:solidFill>
              </a:defRPr>
            </a:lvl6pPr>
            <a:lvl7pPr>
              <a:defRPr sz="1500" b="1">
                <a:solidFill>
                  <a:srgbClr val="31564D"/>
                </a:solidFill>
              </a:defRPr>
            </a:lvl7pPr>
            <a:lvl8pPr>
              <a:defRPr sz="1500" b="1">
                <a:solidFill>
                  <a:srgbClr val="31564D"/>
                </a:solidFill>
              </a:defRPr>
            </a:lvl8pPr>
            <a:lvl9pPr>
              <a:defRPr sz="1500" b="1">
                <a:solidFill>
                  <a:srgbClr val="31564D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31564D"/>
                </a:solidFill>
              </a:defRPr>
            </a:pPr>
            <a:r>
              <a:rPr sz="1500" b="1">
                <a:solidFill>
                  <a:srgbClr val="31564D"/>
                </a:solidFill>
              </a:rPr>
              <a:t>Other verified sources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B05CF8-928A-4FAD-8B1E-F80139B3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067050"/>
            <a:ext cx="2857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OpenSLR 79 has no region labels. RESPIN documents five varieties but requires an access form. LDC-IL is about 115 GB with access conditions.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8E20F3-3388-49E8-8F46-C1EE3198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91125"/>
            <a:ext cx="10058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950" b="1">
                <a:solidFill>
                  <a:srgbClr val="8F1933"/>
                </a:solidFill>
              </a:defRPr>
            </a:defPPr>
            <a:lvl1pPr algn="ctr">
              <a:defRPr sz="1950" b="1">
                <a:solidFill>
                  <a:srgbClr val="8F1933"/>
                </a:solidFill>
              </a:defRPr>
            </a:lvl1pPr>
            <a:lvl2pPr algn="ctr">
              <a:defRPr sz="1950" b="1">
                <a:solidFill>
                  <a:srgbClr val="8F1933"/>
                </a:solidFill>
              </a:defRPr>
            </a:lvl2pPr>
            <a:lvl3pPr algn="ctr">
              <a:defRPr sz="1950" b="1">
                <a:solidFill>
                  <a:srgbClr val="8F1933"/>
                </a:solidFill>
              </a:defRPr>
            </a:lvl3pPr>
            <a:lvl4pPr algn="ctr">
              <a:defRPr sz="1950" b="1">
                <a:solidFill>
                  <a:srgbClr val="8F1933"/>
                </a:solidFill>
              </a:defRPr>
            </a:lvl4pPr>
            <a:lvl5pPr algn="ctr">
              <a:defRPr sz="1950" b="1">
                <a:solidFill>
                  <a:srgbClr val="8F1933"/>
                </a:solidFill>
              </a:defRPr>
            </a:lvl5pPr>
            <a:lvl6pPr algn="ctr">
              <a:defRPr sz="1950" b="1">
                <a:solidFill>
                  <a:srgbClr val="8F1933"/>
                </a:solidFill>
              </a:defRPr>
            </a:lvl6pPr>
            <a:lvl7pPr algn="ctr">
              <a:defRPr sz="1950" b="1">
                <a:solidFill>
                  <a:srgbClr val="8F1933"/>
                </a:solidFill>
              </a:defRPr>
            </a:lvl7pPr>
            <a:lvl8pPr algn="ctr">
              <a:defRPr sz="1950" b="1">
                <a:solidFill>
                  <a:srgbClr val="8F1933"/>
                </a:solidFill>
              </a:defRPr>
            </a:lvl8pPr>
            <a:lvl9pPr algn="ctr">
              <a:defRPr sz="195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8F1933"/>
                </a:solidFill>
              </a:defRPr>
            </a:pPr>
            <a:r>
              <a:rPr sz="1950" b="1">
                <a:solidFill>
                  <a:srgbClr val="8F1933"/>
                </a:solidFill>
              </a:rPr>
              <a:t>Release status: 12 General Kannada references · 0 verified regional sets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05FBF0-1697-4855-9784-1B904A27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>
                <a:solidFill>
                  <a:srgbClr val="76645B"/>
                </a:solidFill>
              </a:defRPr>
            </a:defPPr>
            <a:lvl1pPr>
              <a:defRPr sz="750">
                <a:solidFill>
                  <a:srgbClr val="76645B"/>
                </a:solidFill>
              </a:defRPr>
            </a:lvl1pPr>
            <a:lvl2pPr>
              <a:defRPr sz="750">
                <a:solidFill>
                  <a:srgbClr val="76645B"/>
                </a:solidFill>
              </a:defRPr>
            </a:lvl2pPr>
            <a:lvl3pPr>
              <a:defRPr sz="750">
                <a:solidFill>
                  <a:srgbClr val="76645B"/>
                </a:solidFill>
              </a:defRPr>
            </a:lvl3pPr>
            <a:lvl4pPr>
              <a:defRPr sz="750">
                <a:solidFill>
                  <a:srgbClr val="76645B"/>
                </a:solidFill>
              </a:defRPr>
            </a:lvl4pPr>
            <a:lvl5pPr>
              <a:defRPr sz="750">
                <a:solidFill>
                  <a:srgbClr val="76645B"/>
                </a:solidFill>
              </a:defRPr>
            </a:lvl5pPr>
            <a:lvl6pPr>
              <a:defRPr sz="750">
                <a:solidFill>
                  <a:srgbClr val="76645B"/>
                </a:solidFill>
              </a:defRPr>
            </a:lvl6pPr>
            <a:lvl7pPr>
              <a:defRPr sz="750">
                <a:solidFill>
                  <a:srgbClr val="76645B"/>
                </a:solidFill>
              </a:defRPr>
            </a:lvl7pPr>
            <a:lvl8pPr>
              <a:defRPr sz="750">
                <a:solidFill>
                  <a:srgbClr val="76645B"/>
                </a:solidFill>
              </a:defRPr>
            </a:lvl8pPr>
            <a:lvl9pPr>
              <a:defRPr sz="7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750">
                <a:solidFill>
                  <a:srgbClr val="76645B"/>
                </a:solidFill>
              </a:defRPr>
            </a:pPr>
            <a:r>
              <a:rPr sz="750">
                <a:solidFill>
                  <a:srgbClr val="76645B"/>
                </a:solidFill>
              </a:rPr>
              <a:t>ಕನ್ನಡದ ಬೇರು  ·  PS04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2C5D38-D8ED-4B5B-AFE0-2D0B12CF7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6505575"/>
            <a:ext cx="2895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750">
                <a:solidFill>
                  <a:srgbClr val="76645B"/>
                </a:solidFill>
              </a:defRPr>
            </a:defPPr>
            <a:lvl1pPr algn="r">
              <a:defRPr sz="750">
                <a:solidFill>
                  <a:srgbClr val="76645B"/>
                </a:solidFill>
              </a:defRPr>
            </a:lvl1pPr>
            <a:lvl2pPr algn="r">
              <a:defRPr sz="750">
                <a:solidFill>
                  <a:srgbClr val="76645B"/>
                </a:solidFill>
              </a:defRPr>
            </a:lvl2pPr>
            <a:lvl3pPr algn="r">
              <a:defRPr sz="750">
                <a:solidFill>
                  <a:srgbClr val="76645B"/>
                </a:solidFill>
              </a:defRPr>
            </a:lvl3pPr>
            <a:lvl4pPr algn="r">
              <a:defRPr sz="750">
                <a:solidFill>
                  <a:srgbClr val="76645B"/>
                </a:solidFill>
              </a:defRPr>
            </a:lvl4pPr>
            <a:lvl5pPr algn="r">
              <a:defRPr sz="750">
                <a:solidFill>
                  <a:srgbClr val="76645B"/>
                </a:solidFill>
              </a:defRPr>
            </a:lvl5pPr>
            <a:lvl6pPr algn="r">
              <a:defRPr sz="750">
                <a:solidFill>
                  <a:srgbClr val="76645B"/>
                </a:solidFill>
              </a:defRPr>
            </a:lvl6pPr>
            <a:lvl7pPr algn="r">
              <a:defRPr sz="750">
                <a:solidFill>
                  <a:srgbClr val="76645B"/>
                </a:solidFill>
              </a:defRPr>
            </a:lvl7pPr>
            <a:lvl8pPr algn="r">
              <a:defRPr sz="750">
                <a:solidFill>
                  <a:srgbClr val="76645B"/>
                </a:solidFill>
              </a:defRPr>
            </a:lvl8pPr>
            <a:lvl9pPr algn="r">
              <a:defRPr sz="7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 algn="r">
              <a:defRPr sz="750">
                <a:solidFill>
                  <a:srgbClr val="76645B"/>
                </a:solidFill>
              </a:defRPr>
            </a:pPr>
            <a:r>
              <a:rPr sz="750">
                <a:solidFill>
                  <a:srgbClr val="76645B"/>
                </a:solidFill>
              </a:rPr>
              <a:t>kannadada-beru.vercel.app</a:t>
            </a:r>
          </a:p>
        </p:txBody>
      </p:sp>
    </p:spTree>
    <p:extLst>
      <p:ext uri="{BB962C8B-B14F-4D97-AF65-F5344CB8AC3E}">
        <p14:creationId xmlns:p14="http://schemas.microsoft.com/office/powerpoint/2010/main" val="25250191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8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4DB31C-1547-4B7A-91D7-71BBD33F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F1933"/>
                </a:solidFill>
              </a:defRPr>
            </a:defPPr>
            <a:lvl1pPr>
              <a:defRPr sz="900" b="1">
                <a:solidFill>
                  <a:srgbClr val="8F1933"/>
                </a:solidFill>
              </a:defRPr>
            </a:lvl1pPr>
            <a:lvl2pPr>
              <a:defRPr sz="900" b="1">
                <a:solidFill>
                  <a:srgbClr val="8F1933"/>
                </a:solidFill>
              </a:defRPr>
            </a:lvl2pPr>
            <a:lvl3pPr>
              <a:defRPr sz="900" b="1">
                <a:solidFill>
                  <a:srgbClr val="8F1933"/>
                </a:solidFill>
              </a:defRPr>
            </a:lvl3pPr>
            <a:lvl4pPr>
              <a:defRPr sz="900" b="1">
                <a:solidFill>
                  <a:srgbClr val="8F1933"/>
                </a:solidFill>
              </a:defRPr>
            </a:lvl4pPr>
            <a:lvl5pPr>
              <a:defRPr sz="900" b="1">
                <a:solidFill>
                  <a:srgbClr val="8F1933"/>
                </a:solidFill>
              </a:defRPr>
            </a:lvl5pPr>
            <a:lvl6pPr>
              <a:defRPr sz="900" b="1">
                <a:solidFill>
                  <a:srgbClr val="8F1933"/>
                </a:solidFill>
              </a:defRPr>
            </a:lvl6pPr>
            <a:lvl7pPr>
              <a:defRPr sz="900" b="1">
                <a:solidFill>
                  <a:srgbClr val="8F1933"/>
                </a:solidFill>
              </a:defRPr>
            </a:lvl7pPr>
            <a:lvl8pPr>
              <a:defRPr sz="900" b="1">
                <a:solidFill>
                  <a:srgbClr val="8F1933"/>
                </a:solidFill>
              </a:defRPr>
            </a:lvl8pPr>
            <a:lvl9pPr>
              <a:defRPr sz="9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F1933"/>
                </a:solidFill>
              </a:defRPr>
            </a:pPr>
            <a:r>
              <a:rPr sz="900" b="1">
                <a:solidFill>
                  <a:srgbClr val="8F1933"/>
                </a:solidFill>
              </a:rPr>
              <a:t>LEARNING AND PARTICIPATION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55839D-A414-402B-A929-55E5298FB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271C19"/>
                </a:solidFill>
              </a:defRPr>
            </a:defPPr>
            <a:lvl1pPr>
              <a:defRPr sz="3150" b="1">
                <a:solidFill>
                  <a:srgbClr val="271C19"/>
                </a:solidFill>
              </a:defRPr>
            </a:lvl1pPr>
            <a:lvl2pPr>
              <a:defRPr sz="3150" b="1">
                <a:solidFill>
                  <a:srgbClr val="271C19"/>
                </a:solidFill>
              </a:defRPr>
            </a:lvl2pPr>
            <a:lvl3pPr>
              <a:defRPr sz="3150" b="1">
                <a:solidFill>
                  <a:srgbClr val="271C19"/>
                </a:solidFill>
              </a:defRPr>
            </a:lvl3pPr>
            <a:lvl4pPr>
              <a:defRPr sz="3150" b="1">
                <a:solidFill>
                  <a:srgbClr val="271C19"/>
                </a:solidFill>
              </a:defRPr>
            </a:lvl4pPr>
            <a:lvl5pPr>
              <a:defRPr sz="3150" b="1">
                <a:solidFill>
                  <a:srgbClr val="271C19"/>
                </a:solidFill>
              </a:defRPr>
            </a:lvl5pPr>
            <a:lvl6pPr>
              <a:defRPr sz="3150" b="1">
                <a:solidFill>
                  <a:srgbClr val="271C19"/>
                </a:solidFill>
              </a:defRPr>
            </a:lvl6pPr>
            <a:lvl7pPr>
              <a:defRPr sz="3150" b="1">
                <a:solidFill>
                  <a:srgbClr val="271C19"/>
                </a:solidFill>
              </a:defRPr>
            </a:lvl7pPr>
            <a:lvl8pPr>
              <a:defRPr sz="3150" b="1">
                <a:solidFill>
                  <a:srgbClr val="271C19"/>
                </a:solidFill>
              </a:defRPr>
            </a:lvl8pPr>
            <a:lvl9pPr>
              <a:defRPr sz="3150" b="1">
                <a:solidFill>
                  <a:srgbClr val="271C19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1C19"/>
                </a:solidFill>
              </a:defRPr>
            </a:pPr>
            <a:r>
              <a:rPr sz="3150" b="1">
                <a:solidFill>
                  <a:srgbClr val="271C19"/>
                </a:solidFill>
              </a:rPr>
              <a:t>Discovery becomes play, then contribution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952CE4-099D-4FC8-B25C-AA1E7701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14500"/>
            <a:ext cx="981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>
                <a:solidFill>
                  <a:srgbClr val="76645B"/>
                </a:solidFill>
              </a:defRPr>
            </a:defPPr>
            <a:lvl1pPr>
              <a:defRPr sz="1350">
                <a:solidFill>
                  <a:srgbClr val="76645B"/>
                </a:solidFill>
              </a:defRPr>
            </a:lvl1pPr>
            <a:lvl2pPr>
              <a:defRPr sz="1350">
                <a:solidFill>
                  <a:srgbClr val="76645B"/>
                </a:solidFill>
              </a:defRPr>
            </a:lvl2pPr>
            <a:lvl3pPr>
              <a:defRPr sz="1350">
                <a:solidFill>
                  <a:srgbClr val="76645B"/>
                </a:solidFill>
              </a:defRPr>
            </a:lvl3pPr>
            <a:lvl4pPr>
              <a:defRPr sz="1350">
                <a:solidFill>
                  <a:srgbClr val="76645B"/>
                </a:solidFill>
              </a:defRPr>
            </a:lvl4pPr>
            <a:lvl5pPr>
              <a:defRPr sz="1350">
                <a:solidFill>
                  <a:srgbClr val="76645B"/>
                </a:solidFill>
              </a:defRPr>
            </a:lvl5pPr>
            <a:lvl6pPr>
              <a:defRPr sz="1350">
                <a:solidFill>
                  <a:srgbClr val="76645B"/>
                </a:solidFill>
              </a:defRPr>
            </a:lvl6pPr>
            <a:lvl7pPr>
              <a:defRPr sz="1350">
                <a:solidFill>
                  <a:srgbClr val="76645B"/>
                </a:solidFill>
              </a:defRPr>
            </a:lvl7pPr>
            <a:lvl8pPr>
              <a:defRPr sz="1350">
                <a:solidFill>
                  <a:srgbClr val="76645B"/>
                </a:solidFill>
              </a:defRPr>
            </a:lvl8pPr>
            <a:lvl9pPr>
              <a:defRPr sz="13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350">
                <a:solidFill>
                  <a:srgbClr val="76645B"/>
                </a:solidFill>
              </a:defRPr>
            </a:pPr>
            <a:r>
              <a:rPr sz="1350">
                <a:solidFill>
                  <a:srgbClr val="76645B"/>
                </a:solidFill>
              </a:rPr>
              <a:t>The experience closes with a useful action instead of a dead end.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05CC24-5AA2-4155-B892-73E9F5E10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524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 b="1">
                <a:solidFill>
                  <a:srgbClr val="D9A72E"/>
                </a:solidFill>
              </a:defRPr>
            </a:defPPr>
            <a:lvl1pPr algn="r">
              <a:defRPr sz="900" b="1">
                <a:solidFill>
                  <a:srgbClr val="D9A72E"/>
                </a:solidFill>
              </a:defRPr>
            </a:lvl1pPr>
            <a:lvl2pPr algn="r">
              <a:defRPr sz="900" b="1">
                <a:solidFill>
                  <a:srgbClr val="D9A72E"/>
                </a:solidFill>
              </a:defRPr>
            </a:lvl2pPr>
            <a:lvl3pPr algn="r">
              <a:defRPr sz="900" b="1">
                <a:solidFill>
                  <a:srgbClr val="D9A72E"/>
                </a:solidFill>
              </a:defRPr>
            </a:lvl3pPr>
            <a:lvl4pPr algn="r">
              <a:defRPr sz="900" b="1">
                <a:solidFill>
                  <a:srgbClr val="D9A72E"/>
                </a:solidFill>
              </a:defRPr>
            </a:lvl4pPr>
            <a:lvl5pPr algn="r">
              <a:defRPr sz="900" b="1">
                <a:solidFill>
                  <a:srgbClr val="D9A72E"/>
                </a:solidFill>
              </a:defRPr>
            </a:lvl5pPr>
            <a:lvl6pPr algn="r">
              <a:defRPr sz="900" b="1">
                <a:solidFill>
                  <a:srgbClr val="D9A72E"/>
                </a:solidFill>
              </a:defRPr>
            </a:lvl6pPr>
            <a:lvl7pPr algn="r">
              <a:defRPr sz="900" b="1">
                <a:solidFill>
                  <a:srgbClr val="D9A72E"/>
                </a:solidFill>
              </a:defRPr>
            </a:lvl7pPr>
            <a:lvl8pPr algn="r">
              <a:defRPr sz="900" b="1">
                <a:solidFill>
                  <a:srgbClr val="D9A72E"/>
                </a:solidFill>
              </a:defRPr>
            </a:lvl8pPr>
            <a:lvl9pPr algn="r">
              <a:defRPr sz="900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D9A72E"/>
                </a:solidFill>
              </a:defRPr>
            </a:pPr>
            <a:r>
              <a:rPr sz="900" b="1">
                <a:solidFill>
                  <a:srgbClr val="D9A72E"/>
                </a:solidFill>
              </a:rPr>
              <a:t>10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82B4AF-AFF1-4C22-8B18-86B37CA27E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3e872b8eb94446"/>
          <a:srcRect xmlns:a="http://schemas.openxmlformats.org/drawingml/2006/main" l="0" t="164" r="0" b="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190750"/>
            <a:ext cx="5810250" cy="3619500"/>
          </a:xfrm>
          <a:prstGeom xmlns:a="http://schemas.openxmlformats.org/drawingml/2006/main" prst="roundRect">
            <a:avLst>
              <a:gd name="adj" fmla="val 3158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4CFEA0-250C-429A-998F-1FE939AF2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86000"/>
            <a:ext cx="45720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FDA3D2-1FE4-4930-BAEC-32D45F2D2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86000"/>
            <a:ext cx="666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933"/>
          </a:solidFill>
          <a:ln xmlns:a="http://schemas.openxmlformats.org/drawingml/2006/main" w="0">
            <a:solidFill>
              <a:srgbClr val="8F193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E28A15-00E5-4183-A2D4-1517B7B9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955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8F1933"/>
                </a:solidFill>
              </a:defRPr>
            </a:defPPr>
            <a:lvl1pPr>
              <a:defRPr sz="1500" b="1">
                <a:solidFill>
                  <a:srgbClr val="8F1933"/>
                </a:solidFill>
              </a:defRPr>
            </a:lvl1pPr>
            <a:lvl2pPr>
              <a:defRPr sz="1500" b="1">
                <a:solidFill>
                  <a:srgbClr val="8F1933"/>
                </a:solidFill>
              </a:defRPr>
            </a:lvl2pPr>
            <a:lvl3pPr>
              <a:defRPr sz="1500" b="1">
                <a:solidFill>
                  <a:srgbClr val="8F1933"/>
                </a:solidFill>
              </a:defRPr>
            </a:lvl3pPr>
            <a:lvl4pPr>
              <a:defRPr sz="1500" b="1">
                <a:solidFill>
                  <a:srgbClr val="8F1933"/>
                </a:solidFill>
              </a:defRPr>
            </a:lvl4pPr>
            <a:lvl5pPr>
              <a:defRPr sz="1500" b="1">
                <a:solidFill>
                  <a:srgbClr val="8F1933"/>
                </a:solidFill>
              </a:defRPr>
            </a:lvl5pPr>
            <a:lvl6pPr>
              <a:defRPr sz="1500" b="1">
                <a:solidFill>
                  <a:srgbClr val="8F1933"/>
                </a:solidFill>
              </a:defRPr>
            </a:lvl6pPr>
            <a:lvl7pPr>
              <a:defRPr sz="1500" b="1">
                <a:solidFill>
                  <a:srgbClr val="8F1933"/>
                </a:solidFill>
              </a:defRPr>
            </a:lvl7pPr>
            <a:lvl8pPr>
              <a:defRPr sz="1500" b="1">
                <a:solidFill>
                  <a:srgbClr val="8F1933"/>
                </a:solidFill>
              </a:defRPr>
            </a:lvl8pPr>
            <a:lvl9pPr>
              <a:defRPr sz="15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8F1933"/>
                </a:solidFill>
              </a:defRPr>
            </a:pPr>
            <a:r>
              <a:rPr sz="1500" b="1">
                <a:solidFill>
                  <a:srgbClr val="8F1933"/>
                </a:solidFill>
              </a:rPr>
              <a:t>Pada Beru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D0D915-B12C-4756-9A49-86D1A37D1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971800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Ten rounds of Kannada ↔ English meaning challenges with score, streak, hints and optional device pronunciation.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BDFC99-9371-400C-AF89-4C287EFF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095750"/>
            <a:ext cx="45720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EAE4A9-0BBE-487D-B99B-CDF151B4F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095750"/>
            <a:ext cx="666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64D"/>
          </a:solidFill>
          <a:ln xmlns:a="http://schemas.openxmlformats.org/drawingml/2006/main" w="0">
            <a:solidFill>
              <a:srgbClr val="31564D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0C13D0-7E6B-4B6E-9422-CDB308D9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3053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31564D"/>
                </a:solidFill>
              </a:defRPr>
            </a:defPPr>
            <a:lvl1pPr>
              <a:defRPr sz="1500" b="1">
                <a:solidFill>
                  <a:srgbClr val="31564D"/>
                </a:solidFill>
              </a:defRPr>
            </a:lvl1pPr>
            <a:lvl2pPr>
              <a:defRPr sz="1500" b="1">
                <a:solidFill>
                  <a:srgbClr val="31564D"/>
                </a:solidFill>
              </a:defRPr>
            </a:lvl2pPr>
            <a:lvl3pPr>
              <a:defRPr sz="1500" b="1">
                <a:solidFill>
                  <a:srgbClr val="31564D"/>
                </a:solidFill>
              </a:defRPr>
            </a:lvl3pPr>
            <a:lvl4pPr>
              <a:defRPr sz="1500" b="1">
                <a:solidFill>
                  <a:srgbClr val="31564D"/>
                </a:solidFill>
              </a:defRPr>
            </a:lvl4pPr>
            <a:lvl5pPr>
              <a:defRPr sz="1500" b="1">
                <a:solidFill>
                  <a:srgbClr val="31564D"/>
                </a:solidFill>
              </a:defRPr>
            </a:lvl5pPr>
            <a:lvl6pPr>
              <a:defRPr sz="1500" b="1">
                <a:solidFill>
                  <a:srgbClr val="31564D"/>
                </a:solidFill>
              </a:defRPr>
            </a:lvl6pPr>
            <a:lvl7pPr>
              <a:defRPr sz="1500" b="1">
                <a:solidFill>
                  <a:srgbClr val="31564D"/>
                </a:solidFill>
              </a:defRPr>
            </a:lvl7pPr>
            <a:lvl8pPr>
              <a:defRPr sz="1500" b="1">
                <a:solidFill>
                  <a:srgbClr val="31564D"/>
                </a:solidFill>
              </a:defRPr>
            </a:lvl8pPr>
            <a:lvl9pPr>
              <a:defRPr sz="1500" b="1">
                <a:solidFill>
                  <a:srgbClr val="31564D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31564D"/>
                </a:solidFill>
              </a:defRPr>
            </a:pPr>
            <a:r>
              <a:rPr sz="1500" b="1">
                <a:solidFill>
                  <a:srgbClr val="31564D"/>
                </a:solidFill>
              </a:rPr>
              <a:t>Consent based recording kit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61F3C1-2CA8-45FB-B993-73065355D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781550"/>
            <a:ext cx="4095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The downloadable form records district of upbringing, exact prompt, chosen credit, licence, speaker replay and second community review.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CE0A91-6357-442D-A0F8-51CC0681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>
                <a:solidFill>
                  <a:srgbClr val="76645B"/>
                </a:solidFill>
              </a:defRPr>
            </a:defPPr>
            <a:lvl1pPr>
              <a:defRPr sz="750">
                <a:solidFill>
                  <a:srgbClr val="76645B"/>
                </a:solidFill>
              </a:defRPr>
            </a:lvl1pPr>
            <a:lvl2pPr>
              <a:defRPr sz="750">
                <a:solidFill>
                  <a:srgbClr val="76645B"/>
                </a:solidFill>
              </a:defRPr>
            </a:lvl2pPr>
            <a:lvl3pPr>
              <a:defRPr sz="750">
                <a:solidFill>
                  <a:srgbClr val="76645B"/>
                </a:solidFill>
              </a:defRPr>
            </a:lvl3pPr>
            <a:lvl4pPr>
              <a:defRPr sz="750">
                <a:solidFill>
                  <a:srgbClr val="76645B"/>
                </a:solidFill>
              </a:defRPr>
            </a:lvl4pPr>
            <a:lvl5pPr>
              <a:defRPr sz="750">
                <a:solidFill>
                  <a:srgbClr val="76645B"/>
                </a:solidFill>
              </a:defRPr>
            </a:lvl5pPr>
            <a:lvl6pPr>
              <a:defRPr sz="750">
                <a:solidFill>
                  <a:srgbClr val="76645B"/>
                </a:solidFill>
              </a:defRPr>
            </a:lvl6pPr>
            <a:lvl7pPr>
              <a:defRPr sz="750">
                <a:solidFill>
                  <a:srgbClr val="76645B"/>
                </a:solidFill>
              </a:defRPr>
            </a:lvl7pPr>
            <a:lvl8pPr>
              <a:defRPr sz="750">
                <a:solidFill>
                  <a:srgbClr val="76645B"/>
                </a:solidFill>
              </a:defRPr>
            </a:lvl8pPr>
            <a:lvl9pPr>
              <a:defRPr sz="7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750">
                <a:solidFill>
                  <a:srgbClr val="76645B"/>
                </a:solidFill>
              </a:defRPr>
            </a:pPr>
            <a:r>
              <a:rPr sz="750">
                <a:solidFill>
                  <a:srgbClr val="76645B"/>
                </a:solidFill>
              </a:rPr>
              <a:t>ಕನ್ನಡದ ಬೇರು  ·  PS04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5B7DC9-BCA8-4207-AE59-3D3551753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6505575"/>
            <a:ext cx="2895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750">
                <a:solidFill>
                  <a:srgbClr val="76645B"/>
                </a:solidFill>
              </a:defRPr>
            </a:defPPr>
            <a:lvl1pPr algn="r">
              <a:defRPr sz="750">
                <a:solidFill>
                  <a:srgbClr val="76645B"/>
                </a:solidFill>
              </a:defRPr>
            </a:lvl1pPr>
            <a:lvl2pPr algn="r">
              <a:defRPr sz="750">
                <a:solidFill>
                  <a:srgbClr val="76645B"/>
                </a:solidFill>
              </a:defRPr>
            </a:lvl2pPr>
            <a:lvl3pPr algn="r">
              <a:defRPr sz="750">
                <a:solidFill>
                  <a:srgbClr val="76645B"/>
                </a:solidFill>
              </a:defRPr>
            </a:lvl3pPr>
            <a:lvl4pPr algn="r">
              <a:defRPr sz="750">
                <a:solidFill>
                  <a:srgbClr val="76645B"/>
                </a:solidFill>
              </a:defRPr>
            </a:lvl4pPr>
            <a:lvl5pPr algn="r">
              <a:defRPr sz="750">
                <a:solidFill>
                  <a:srgbClr val="76645B"/>
                </a:solidFill>
              </a:defRPr>
            </a:lvl5pPr>
            <a:lvl6pPr algn="r">
              <a:defRPr sz="750">
                <a:solidFill>
                  <a:srgbClr val="76645B"/>
                </a:solidFill>
              </a:defRPr>
            </a:lvl6pPr>
            <a:lvl7pPr algn="r">
              <a:defRPr sz="750">
                <a:solidFill>
                  <a:srgbClr val="76645B"/>
                </a:solidFill>
              </a:defRPr>
            </a:lvl7pPr>
            <a:lvl8pPr algn="r">
              <a:defRPr sz="750">
                <a:solidFill>
                  <a:srgbClr val="76645B"/>
                </a:solidFill>
              </a:defRPr>
            </a:lvl8pPr>
            <a:lvl9pPr algn="r">
              <a:defRPr sz="7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 algn="r">
              <a:defRPr sz="750">
                <a:solidFill>
                  <a:srgbClr val="76645B"/>
                </a:solidFill>
              </a:defRPr>
            </a:pPr>
            <a:r>
              <a:rPr sz="750">
                <a:solidFill>
                  <a:srgbClr val="76645B"/>
                </a:solidFill>
              </a:rPr>
              <a:t>kannadada-beru.vercel.app</a:t>
            </a:r>
          </a:p>
        </p:txBody>
      </p:sp>
    </p:spTree>
    <p:extLst>
      <p:ext uri="{BB962C8B-B14F-4D97-AF65-F5344CB8AC3E}">
        <p14:creationId xmlns:p14="http://schemas.microsoft.com/office/powerpoint/2010/main" val="113822195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8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4DB45B-7E5E-41CC-B403-AC25DFAED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F1933"/>
                </a:solidFill>
              </a:defRPr>
            </a:defPPr>
            <a:lvl1pPr>
              <a:defRPr sz="900" b="1">
                <a:solidFill>
                  <a:srgbClr val="8F1933"/>
                </a:solidFill>
              </a:defRPr>
            </a:lvl1pPr>
            <a:lvl2pPr>
              <a:defRPr sz="900" b="1">
                <a:solidFill>
                  <a:srgbClr val="8F1933"/>
                </a:solidFill>
              </a:defRPr>
            </a:lvl2pPr>
            <a:lvl3pPr>
              <a:defRPr sz="900" b="1">
                <a:solidFill>
                  <a:srgbClr val="8F1933"/>
                </a:solidFill>
              </a:defRPr>
            </a:lvl3pPr>
            <a:lvl4pPr>
              <a:defRPr sz="900" b="1">
                <a:solidFill>
                  <a:srgbClr val="8F1933"/>
                </a:solidFill>
              </a:defRPr>
            </a:lvl4pPr>
            <a:lvl5pPr>
              <a:defRPr sz="900" b="1">
                <a:solidFill>
                  <a:srgbClr val="8F1933"/>
                </a:solidFill>
              </a:defRPr>
            </a:lvl5pPr>
            <a:lvl6pPr>
              <a:defRPr sz="900" b="1">
                <a:solidFill>
                  <a:srgbClr val="8F1933"/>
                </a:solidFill>
              </a:defRPr>
            </a:lvl6pPr>
            <a:lvl7pPr>
              <a:defRPr sz="900" b="1">
                <a:solidFill>
                  <a:srgbClr val="8F1933"/>
                </a:solidFill>
              </a:defRPr>
            </a:lvl7pPr>
            <a:lvl8pPr>
              <a:defRPr sz="900" b="1">
                <a:solidFill>
                  <a:srgbClr val="8F1933"/>
                </a:solidFill>
              </a:defRPr>
            </a:lvl8pPr>
            <a:lvl9pPr>
              <a:defRPr sz="9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F1933"/>
                </a:solidFill>
              </a:defRPr>
            </a:pPr>
            <a:r>
              <a:rPr sz="900" b="1">
                <a:solidFill>
                  <a:srgbClr val="8F1933"/>
                </a:solidFill>
              </a:rPr>
              <a:t>PRODUCT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F46BEA-FA7C-4BCA-9FDD-90CA06E30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271C19"/>
                </a:solidFill>
              </a:defRPr>
            </a:defPPr>
            <a:lvl1pPr>
              <a:defRPr sz="3150" b="1">
                <a:solidFill>
                  <a:srgbClr val="271C19"/>
                </a:solidFill>
              </a:defRPr>
            </a:lvl1pPr>
            <a:lvl2pPr>
              <a:defRPr sz="3150" b="1">
                <a:solidFill>
                  <a:srgbClr val="271C19"/>
                </a:solidFill>
              </a:defRPr>
            </a:lvl2pPr>
            <a:lvl3pPr>
              <a:defRPr sz="3150" b="1">
                <a:solidFill>
                  <a:srgbClr val="271C19"/>
                </a:solidFill>
              </a:defRPr>
            </a:lvl3pPr>
            <a:lvl4pPr>
              <a:defRPr sz="3150" b="1">
                <a:solidFill>
                  <a:srgbClr val="271C19"/>
                </a:solidFill>
              </a:defRPr>
            </a:lvl4pPr>
            <a:lvl5pPr>
              <a:defRPr sz="3150" b="1">
                <a:solidFill>
                  <a:srgbClr val="271C19"/>
                </a:solidFill>
              </a:defRPr>
            </a:lvl5pPr>
            <a:lvl6pPr>
              <a:defRPr sz="3150" b="1">
                <a:solidFill>
                  <a:srgbClr val="271C19"/>
                </a:solidFill>
              </a:defRPr>
            </a:lvl6pPr>
            <a:lvl7pPr>
              <a:defRPr sz="3150" b="1">
                <a:solidFill>
                  <a:srgbClr val="271C19"/>
                </a:solidFill>
              </a:defRPr>
            </a:lvl7pPr>
            <a:lvl8pPr>
              <a:defRPr sz="3150" b="1">
                <a:solidFill>
                  <a:srgbClr val="271C19"/>
                </a:solidFill>
              </a:defRPr>
            </a:lvl8pPr>
            <a:lvl9pPr>
              <a:defRPr sz="3150" b="1">
                <a:solidFill>
                  <a:srgbClr val="271C19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1C19"/>
                </a:solidFill>
              </a:defRPr>
            </a:pPr>
            <a:r>
              <a:rPr sz="3150" b="1">
                <a:solidFill>
                  <a:srgbClr val="271C19"/>
                </a:solidFill>
              </a:rPr>
              <a:t>Static-first, private by default, built for ordinary phones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B1411C-D2DA-4E6C-B2CD-340C5454D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14500"/>
            <a:ext cx="981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>
                <a:solidFill>
                  <a:srgbClr val="76645B"/>
                </a:solidFill>
              </a:defRPr>
            </a:defPPr>
            <a:lvl1pPr>
              <a:defRPr sz="1350">
                <a:solidFill>
                  <a:srgbClr val="76645B"/>
                </a:solidFill>
              </a:defRPr>
            </a:lvl1pPr>
            <a:lvl2pPr>
              <a:defRPr sz="1350">
                <a:solidFill>
                  <a:srgbClr val="76645B"/>
                </a:solidFill>
              </a:defRPr>
            </a:lvl2pPr>
            <a:lvl3pPr>
              <a:defRPr sz="1350">
                <a:solidFill>
                  <a:srgbClr val="76645B"/>
                </a:solidFill>
              </a:defRPr>
            </a:lvl3pPr>
            <a:lvl4pPr>
              <a:defRPr sz="1350">
                <a:solidFill>
                  <a:srgbClr val="76645B"/>
                </a:solidFill>
              </a:defRPr>
            </a:lvl4pPr>
            <a:lvl5pPr>
              <a:defRPr sz="1350">
                <a:solidFill>
                  <a:srgbClr val="76645B"/>
                </a:solidFill>
              </a:defRPr>
            </a:lvl5pPr>
            <a:lvl6pPr>
              <a:defRPr sz="1350">
                <a:solidFill>
                  <a:srgbClr val="76645B"/>
                </a:solidFill>
              </a:defRPr>
            </a:lvl6pPr>
            <a:lvl7pPr>
              <a:defRPr sz="1350">
                <a:solidFill>
                  <a:srgbClr val="76645B"/>
                </a:solidFill>
              </a:defRPr>
            </a:lvl7pPr>
            <a:lvl8pPr>
              <a:defRPr sz="1350">
                <a:solidFill>
                  <a:srgbClr val="76645B"/>
                </a:solidFill>
              </a:defRPr>
            </a:lvl8pPr>
            <a:lvl9pPr>
              <a:defRPr sz="13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350">
                <a:solidFill>
                  <a:srgbClr val="76645B"/>
                </a:solidFill>
              </a:defRPr>
            </a:pPr>
            <a:r>
              <a:rPr sz="1350">
                <a:solidFill>
                  <a:srgbClr val="76645B"/>
                </a:solidFill>
              </a:rPr>
              <a:t>No account, paid API, map token or external database is needed for the core journey.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9A28B8-DE7E-45D5-A816-A6BE6DBC0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524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 b="1">
                <a:solidFill>
                  <a:srgbClr val="D9A72E"/>
                </a:solidFill>
              </a:defRPr>
            </a:defPPr>
            <a:lvl1pPr algn="r">
              <a:defRPr sz="900" b="1">
                <a:solidFill>
                  <a:srgbClr val="D9A72E"/>
                </a:solidFill>
              </a:defRPr>
            </a:lvl1pPr>
            <a:lvl2pPr algn="r">
              <a:defRPr sz="900" b="1">
                <a:solidFill>
                  <a:srgbClr val="D9A72E"/>
                </a:solidFill>
              </a:defRPr>
            </a:lvl2pPr>
            <a:lvl3pPr algn="r">
              <a:defRPr sz="900" b="1">
                <a:solidFill>
                  <a:srgbClr val="D9A72E"/>
                </a:solidFill>
              </a:defRPr>
            </a:lvl3pPr>
            <a:lvl4pPr algn="r">
              <a:defRPr sz="900" b="1">
                <a:solidFill>
                  <a:srgbClr val="D9A72E"/>
                </a:solidFill>
              </a:defRPr>
            </a:lvl4pPr>
            <a:lvl5pPr algn="r">
              <a:defRPr sz="900" b="1">
                <a:solidFill>
                  <a:srgbClr val="D9A72E"/>
                </a:solidFill>
              </a:defRPr>
            </a:lvl5pPr>
            <a:lvl6pPr algn="r">
              <a:defRPr sz="900" b="1">
                <a:solidFill>
                  <a:srgbClr val="D9A72E"/>
                </a:solidFill>
              </a:defRPr>
            </a:lvl6pPr>
            <a:lvl7pPr algn="r">
              <a:defRPr sz="900" b="1">
                <a:solidFill>
                  <a:srgbClr val="D9A72E"/>
                </a:solidFill>
              </a:defRPr>
            </a:lvl7pPr>
            <a:lvl8pPr algn="r">
              <a:defRPr sz="900" b="1">
                <a:solidFill>
                  <a:srgbClr val="D9A72E"/>
                </a:solidFill>
              </a:defRPr>
            </a:lvl8pPr>
            <a:lvl9pPr algn="r">
              <a:defRPr sz="900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D9A72E"/>
                </a:solidFill>
              </a:defRPr>
            </a:pPr>
            <a:r>
              <a:rPr sz="900" b="1">
                <a:solidFill>
                  <a:srgbClr val="D9A72E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2B5F29-1C61-4D56-9159-24F6B4B26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33337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15064A-658C-42D3-B9BC-817FA18A6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6667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933"/>
          </a:solidFill>
          <a:ln xmlns:a="http://schemas.openxmlformats.org/drawingml/2006/main" w="0">
            <a:solidFill>
              <a:srgbClr val="8F193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C0D79E-E417-41B5-848F-68A5CB70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4317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8F1933"/>
                </a:solidFill>
              </a:defRPr>
            </a:defPPr>
            <a:lvl1pPr>
              <a:defRPr sz="1500" b="1">
                <a:solidFill>
                  <a:srgbClr val="8F1933"/>
                </a:solidFill>
              </a:defRPr>
            </a:lvl1pPr>
            <a:lvl2pPr>
              <a:defRPr sz="1500" b="1">
                <a:solidFill>
                  <a:srgbClr val="8F1933"/>
                </a:solidFill>
              </a:defRPr>
            </a:lvl2pPr>
            <a:lvl3pPr>
              <a:defRPr sz="1500" b="1">
                <a:solidFill>
                  <a:srgbClr val="8F1933"/>
                </a:solidFill>
              </a:defRPr>
            </a:lvl3pPr>
            <a:lvl4pPr>
              <a:defRPr sz="1500" b="1">
                <a:solidFill>
                  <a:srgbClr val="8F1933"/>
                </a:solidFill>
              </a:defRPr>
            </a:lvl4pPr>
            <a:lvl5pPr>
              <a:defRPr sz="1500" b="1">
                <a:solidFill>
                  <a:srgbClr val="8F1933"/>
                </a:solidFill>
              </a:defRPr>
            </a:lvl5pPr>
            <a:lvl6pPr>
              <a:defRPr sz="1500" b="1">
                <a:solidFill>
                  <a:srgbClr val="8F1933"/>
                </a:solidFill>
              </a:defRPr>
            </a:lvl6pPr>
            <a:lvl7pPr>
              <a:defRPr sz="1500" b="1">
                <a:solidFill>
                  <a:srgbClr val="8F1933"/>
                </a:solidFill>
              </a:defRPr>
            </a:lvl7pPr>
            <a:lvl8pPr>
              <a:defRPr sz="1500" b="1">
                <a:solidFill>
                  <a:srgbClr val="8F1933"/>
                </a:solidFill>
              </a:defRPr>
            </a:lvl8pPr>
            <a:lvl9pPr>
              <a:defRPr sz="15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8F1933"/>
                </a:solidFill>
              </a:defRPr>
            </a:pPr>
            <a:r>
              <a:rPr sz="1500" b="1">
                <a:solidFill>
                  <a:srgbClr val="8F1933"/>
                </a:solidFill>
              </a:rPr>
              <a:t>Next.js 16 · React 19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F6701E-DBCE-49DF-A1C2-72927BAA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19425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Static App Router pages, strict TypeScript, installable PWA and offline shell.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0CB96C-34EA-4FEB-97A1-9B8259240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33625"/>
            <a:ext cx="33337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875C5A-3D3D-4DB3-A812-04847265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33625"/>
            <a:ext cx="6667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72E"/>
          </a:solidFill>
          <a:ln xmlns:a="http://schemas.openxmlformats.org/drawingml/2006/main" w="0">
            <a:solidFill>
              <a:srgbClr val="D9A72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635085-5EE0-4E29-BBAD-977600AE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54317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D9A72E"/>
                </a:solidFill>
              </a:defRPr>
            </a:defPPr>
            <a:lvl1pPr>
              <a:defRPr sz="1500" b="1">
                <a:solidFill>
                  <a:srgbClr val="D9A72E"/>
                </a:solidFill>
              </a:defRPr>
            </a:lvl1pPr>
            <a:lvl2pPr>
              <a:defRPr sz="1500" b="1">
                <a:solidFill>
                  <a:srgbClr val="D9A72E"/>
                </a:solidFill>
              </a:defRPr>
            </a:lvl2pPr>
            <a:lvl3pPr>
              <a:defRPr sz="1500" b="1">
                <a:solidFill>
                  <a:srgbClr val="D9A72E"/>
                </a:solidFill>
              </a:defRPr>
            </a:lvl3pPr>
            <a:lvl4pPr>
              <a:defRPr sz="1500" b="1">
                <a:solidFill>
                  <a:srgbClr val="D9A72E"/>
                </a:solidFill>
              </a:defRPr>
            </a:lvl4pPr>
            <a:lvl5pPr>
              <a:defRPr sz="1500" b="1">
                <a:solidFill>
                  <a:srgbClr val="D9A72E"/>
                </a:solidFill>
              </a:defRPr>
            </a:lvl5pPr>
            <a:lvl6pPr>
              <a:defRPr sz="1500" b="1">
                <a:solidFill>
                  <a:srgbClr val="D9A72E"/>
                </a:solidFill>
              </a:defRPr>
            </a:lvl6pPr>
            <a:lvl7pPr>
              <a:defRPr sz="1500" b="1">
                <a:solidFill>
                  <a:srgbClr val="D9A72E"/>
                </a:solidFill>
              </a:defRPr>
            </a:lvl7pPr>
            <a:lvl8pPr>
              <a:defRPr sz="1500" b="1">
                <a:solidFill>
                  <a:srgbClr val="D9A72E"/>
                </a:solidFill>
              </a:defRPr>
            </a:lvl8pPr>
            <a:lvl9pPr>
              <a:defRPr sz="1500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D9A72E"/>
                </a:solidFill>
              </a:defRPr>
            </a:pPr>
            <a:r>
              <a:rPr sz="1500" b="1">
                <a:solidFill>
                  <a:srgbClr val="D9A72E"/>
                </a:solidFill>
              </a:rPr>
              <a:t>Local data layers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BE0C73-09BD-40C5-B62E-4E1CA5697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019425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31 district profiles, 8 regional usages, 12 audio files, local GeoJSON and 50 dictionary shards.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A634ED-8151-4A47-BA57-1B7E85E5E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33625"/>
            <a:ext cx="33337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8600DF-B573-45A8-A03E-BA05CD4D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33625"/>
            <a:ext cx="6667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64D"/>
          </a:solidFill>
          <a:ln xmlns:a="http://schemas.openxmlformats.org/drawingml/2006/main" w="0">
            <a:solidFill>
              <a:srgbClr val="31564D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22800F-8AFB-454B-A2B2-F82A4B060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54317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31564D"/>
                </a:solidFill>
              </a:defRPr>
            </a:defPPr>
            <a:lvl1pPr>
              <a:defRPr sz="1500" b="1">
                <a:solidFill>
                  <a:srgbClr val="31564D"/>
                </a:solidFill>
              </a:defRPr>
            </a:lvl1pPr>
            <a:lvl2pPr>
              <a:defRPr sz="1500" b="1">
                <a:solidFill>
                  <a:srgbClr val="31564D"/>
                </a:solidFill>
              </a:defRPr>
            </a:lvl2pPr>
            <a:lvl3pPr>
              <a:defRPr sz="1500" b="1">
                <a:solidFill>
                  <a:srgbClr val="31564D"/>
                </a:solidFill>
              </a:defRPr>
            </a:lvl3pPr>
            <a:lvl4pPr>
              <a:defRPr sz="1500" b="1">
                <a:solidFill>
                  <a:srgbClr val="31564D"/>
                </a:solidFill>
              </a:defRPr>
            </a:lvl4pPr>
            <a:lvl5pPr>
              <a:defRPr sz="1500" b="1">
                <a:solidFill>
                  <a:srgbClr val="31564D"/>
                </a:solidFill>
              </a:defRPr>
            </a:lvl5pPr>
            <a:lvl6pPr>
              <a:defRPr sz="1500" b="1">
                <a:solidFill>
                  <a:srgbClr val="31564D"/>
                </a:solidFill>
              </a:defRPr>
            </a:lvl6pPr>
            <a:lvl7pPr>
              <a:defRPr sz="1500" b="1">
                <a:solidFill>
                  <a:srgbClr val="31564D"/>
                </a:solidFill>
              </a:defRPr>
            </a:lvl7pPr>
            <a:lvl8pPr>
              <a:defRPr sz="1500" b="1">
                <a:solidFill>
                  <a:srgbClr val="31564D"/>
                </a:solidFill>
              </a:defRPr>
            </a:lvl8pPr>
            <a:lvl9pPr>
              <a:defRPr sz="1500" b="1">
                <a:solidFill>
                  <a:srgbClr val="31564D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31564D"/>
                </a:solidFill>
              </a:defRPr>
            </a:pPr>
            <a:r>
              <a:rPr sz="1500" b="1">
                <a:solidFill>
                  <a:srgbClr val="31564D"/>
                </a:solidFill>
              </a:rPr>
              <a:t>Interaction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9D7D65-E315-4B34-B204-2E38C990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019425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MapLibre atlas, search, comparison, audio player, Pada Beru and local contribution drafts.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A92665-CEA4-46AD-88F9-B2BA3D656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4003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D3FBC1-CC66-4E72-B3D9-F052DFBBD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933"/>
          </a:solidFill>
          <a:ln xmlns:a="http://schemas.openxmlformats.org/drawingml/2006/main" w="0">
            <a:solidFill>
              <a:srgbClr val="8F1933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32CCE6-E50B-4092-A0C2-EAC188737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8F1933"/>
                </a:solidFill>
              </a:defRPr>
            </a:defPPr>
            <a:lvl1pPr>
              <a:defRPr sz="1500" b="1">
                <a:solidFill>
                  <a:srgbClr val="8F1933"/>
                </a:solidFill>
              </a:defRPr>
            </a:lvl1pPr>
            <a:lvl2pPr>
              <a:defRPr sz="1500" b="1">
                <a:solidFill>
                  <a:srgbClr val="8F1933"/>
                </a:solidFill>
              </a:defRPr>
            </a:lvl2pPr>
            <a:lvl3pPr>
              <a:defRPr sz="1500" b="1">
                <a:solidFill>
                  <a:srgbClr val="8F1933"/>
                </a:solidFill>
              </a:defRPr>
            </a:lvl3pPr>
            <a:lvl4pPr>
              <a:defRPr sz="1500" b="1">
                <a:solidFill>
                  <a:srgbClr val="8F1933"/>
                </a:solidFill>
              </a:defRPr>
            </a:lvl4pPr>
            <a:lvl5pPr>
              <a:defRPr sz="1500" b="1">
                <a:solidFill>
                  <a:srgbClr val="8F1933"/>
                </a:solidFill>
              </a:defRPr>
            </a:lvl5pPr>
            <a:lvl6pPr>
              <a:defRPr sz="1500" b="1">
                <a:solidFill>
                  <a:srgbClr val="8F1933"/>
                </a:solidFill>
              </a:defRPr>
            </a:lvl6pPr>
            <a:lvl7pPr>
              <a:defRPr sz="1500" b="1">
                <a:solidFill>
                  <a:srgbClr val="8F1933"/>
                </a:solidFill>
              </a:defRPr>
            </a:lvl7pPr>
            <a:lvl8pPr>
              <a:defRPr sz="1500" b="1">
                <a:solidFill>
                  <a:srgbClr val="8F1933"/>
                </a:solidFill>
              </a:defRPr>
            </a:lvl8pPr>
            <a:lvl9pPr>
              <a:defRPr sz="15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8F1933"/>
                </a:solidFill>
              </a:defRPr>
            </a:pPr>
            <a:r>
              <a:rPr sz="1500" b="1">
                <a:solidFill>
                  <a:srgbClr val="8F1933"/>
                </a:solidFill>
              </a:rPr>
              <a:t>Delivery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CAEFE3-0D2F-4F30-B86B-D69F6893B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81550"/>
            <a:ext cx="1924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Vercel HTTPS and CDN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838BF3-5A1E-42A5-B1A3-720CE6403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095750"/>
            <a:ext cx="24003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907458-5415-4625-B5FC-4E222705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0957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72E"/>
          </a:solidFill>
          <a:ln xmlns:a="http://schemas.openxmlformats.org/drawingml/2006/main" w="0">
            <a:solidFill>
              <a:srgbClr val="D9A72E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3F700C-F09F-4222-9368-B094D34D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3053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D9A72E"/>
                </a:solidFill>
              </a:defRPr>
            </a:defPPr>
            <a:lvl1pPr>
              <a:defRPr sz="1500" b="1">
                <a:solidFill>
                  <a:srgbClr val="D9A72E"/>
                </a:solidFill>
              </a:defRPr>
            </a:lvl1pPr>
            <a:lvl2pPr>
              <a:defRPr sz="1500" b="1">
                <a:solidFill>
                  <a:srgbClr val="D9A72E"/>
                </a:solidFill>
              </a:defRPr>
            </a:lvl2pPr>
            <a:lvl3pPr>
              <a:defRPr sz="1500" b="1">
                <a:solidFill>
                  <a:srgbClr val="D9A72E"/>
                </a:solidFill>
              </a:defRPr>
            </a:lvl3pPr>
            <a:lvl4pPr>
              <a:defRPr sz="1500" b="1">
                <a:solidFill>
                  <a:srgbClr val="D9A72E"/>
                </a:solidFill>
              </a:defRPr>
            </a:lvl4pPr>
            <a:lvl5pPr>
              <a:defRPr sz="1500" b="1">
                <a:solidFill>
                  <a:srgbClr val="D9A72E"/>
                </a:solidFill>
              </a:defRPr>
            </a:lvl5pPr>
            <a:lvl6pPr>
              <a:defRPr sz="1500" b="1">
                <a:solidFill>
                  <a:srgbClr val="D9A72E"/>
                </a:solidFill>
              </a:defRPr>
            </a:lvl6pPr>
            <a:lvl7pPr>
              <a:defRPr sz="1500" b="1">
                <a:solidFill>
                  <a:srgbClr val="D9A72E"/>
                </a:solidFill>
              </a:defRPr>
            </a:lvl7pPr>
            <a:lvl8pPr>
              <a:defRPr sz="1500" b="1">
                <a:solidFill>
                  <a:srgbClr val="D9A72E"/>
                </a:solidFill>
              </a:defRPr>
            </a:lvl8pPr>
            <a:lvl9pPr>
              <a:defRPr sz="1500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D9A72E"/>
                </a:solidFill>
              </a:defRPr>
            </a:pPr>
            <a:r>
              <a:rPr sz="1500" b="1">
                <a:solidFill>
                  <a:srgbClr val="D9A72E"/>
                </a:solidFill>
              </a:rPr>
              <a:t>Quality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306A78-4BA3-4BC8-A06F-CFDE3405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781550"/>
            <a:ext cx="1924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Vitest and Playwright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6ED985-868E-4DF9-86E2-CAA37682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095750"/>
            <a:ext cx="24003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F2B228-CDC9-4D44-BDED-7F4191198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0957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64D"/>
          </a:solidFill>
          <a:ln xmlns:a="http://schemas.openxmlformats.org/drawingml/2006/main" w="0">
            <a:solidFill>
              <a:srgbClr val="31564D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B18DAD-2DDE-4EF1-945B-8DEAE4A8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3053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31564D"/>
                </a:solidFill>
              </a:defRPr>
            </a:defPPr>
            <a:lvl1pPr>
              <a:defRPr sz="1500" b="1">
                <a:solidFill>
                  <a:srgbClr val="31564D"/>
                </a:solidFill>
              </a:defRPr>
            </a:lvl1pPr>
            <a:lvl2pPr>
              <a:defRPr sz="1500" b="1">
                <a:solidFill>
                  <a:srgbClr val="31564D"/>
                </a:solidFill>
              </a:defRPr>
            </a:lvl2pPr>
            <a:lvl3pPr>
              <a:defRPr sz="1500" b="1">
                <a:solidFill>
                  <a:srgbClr val="31564D"/>
                </a:solidFill>
              </a:defRPr>
            </a:lvl3pPr>
            <a:lvl4pPr>
              <a:defRPr sz="1500" b="1">
                <a:solidFill>
                  <a:srgbClr val="31564D"/>
                </a:solidFill>
              </a:defRPr>
            </a:lvl4pPr>
            <a:lvl5pPr>
              <a:defRPr sz="1500" b="1">
                <a:solidFill>
                  <a:srgbClr val="31564D"/>
                </a:solidFill>
              </a:defRPr>
            </a:lvl5pPr>
            <a:lvl6pPr>
              <a:defRPr sz="1500" b="1">
                <a:solidFill>
                  <a:srgbClr val="31564D"/>
                </a:solidFill>
              </a:defRPr>
            </a:lvl6pPr>
            <a:lvl7pPr>
              <a:defRPr sz="1500" b="1">
                <a:solidFill>
                  <a:srgbClr val="31564D"/>
                </a:solidFill>
              </a:defRPr>
            </a:lvl7pPr>
            <a:lvl8pPr>
              <a:defRPr sz="1500" b="1">
                <a:solidFill>
                  <a:srgbClr val="31564D"/>
                </a:solidFill>
              </a:defRPr>
            </a:lvl8pPr>
            <a:lvl9pPr>
              <a:defRPr sz="1500" b="1">
                <a:solidFill>
                  <a:srgbClr val="31564D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31564D"/>
                </a:solidFill>
              </a:defRPr>
            </a:pPr>
            <a:r>
              <a:rPr sz="1500" b="1">
                <a:solidFill>
                  <a:srgbClr val="31564D"/>
                </a:solidFill>
              </a:rPr>
              <a:t>Privacy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A20788-740B-410C-BA7A-8CB14FF3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781550"/>
            <a:ext cx="1924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No silent data upload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D7A148-ECF5-4D3C-8FD7-9A043450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095750"/>
            <a:ext cx="30480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BD9FEB-F6CA-49F3-885B-AD37D26B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0957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933"/>
          </a:solidFill>
          <a:ln xmlns:a="http://schemas.openxmlformats.org/drawingml/2006/main" w="0">
            <a:solidFill>
              <a:srgbClr val="8F1933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82B07F-CE26-432B-B00F-0E2FBEB38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30530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8F1933"/>
                </a:solidFill>
              </a:defRPr>
            </a:defPPr>
            <a:lvl1pPr>
              <a:defRPr sz="1500" b="1">
                <a:solidFill>
                  <a:srgbClr val="8F1933"/>
                </a:solidFill>
              </a:defRPr>
            </a:lvl1pPr>
            <a:lvl2pPr>
              <a:defRPr sz="1500" b="1">
                <a:solidFill>
                  <a:srgbClr val="8F1933"/>
                </a:solidFill>
              </a:defRPr>
            </a:lvl2pPr>
            <a:lvl3pPr>
              <a:defRPr sz="1500" b="1">
                <a:solidFill>
                  <a:srgbClr val="8F1933"/>
                </a:solidFill>
              </a:defRPr>
            </a:lvl3pPr>
            <a:lvl4pPr>
              <a:defRPr sz="1500" b="1">
                <a:solidFill>
                  <a:srgbClr val="8F1933"/>
                </a:solidFill>
              </a:defRPr>
            </a:lvl4pPr>
            <a:lvl5pPr>
              <a:defRPr sz="1500" b="1">
                <a:solidFill>
                  <a:srgbClr val="8F1933"/>
                </a:solidFill>
              </a:defRPr>
            </a:lvl5pPr>
            <a:lvl6pPr>
              <a:defRPr sz="1500" b="1">
                <a:solidFill>
                  <a:srgbClr val="8F1933"/>
                </a:solidFill>
              </a:defRPr>
            </a:lvl6pPr>
            <a:lvl7pPr>
              <a:defRPr sz="1500" b="1">
                <a:solidFill>
                  <a:srgbClr val="8F1933"/>
                </a:solidFill>
              </a:defRPr>
            </a:lvl7pPr>
            <a:lvl8pPr>
              <a:defRPr sz="1500" b="1">
                <a:solidFill>
                  <a:srgbClr val="8F1933"/>
                </a:solidFill>
              </a:defRPr>
            </a:lvl8pPr>
            <a:lvl9pPr>
              <a:defRPr sz="15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8F1933"/>
                </a:solidFill>
              </a:defRPr>
            </a:pPr>
            <a:r>
              <a:rPr sz="1500" b="1">
                <a:solidFill>
                  <a:srgbClr val="8F1933"/>
                </a:solidFill>
              </a:rPr>
              <a:t>Licensing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E1A14D-7DE1-4628-A0C0-E50986F91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7815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Attribution stays visible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D8A610-FB32-460D-BFC2-6BB0AACD0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76645B"/>
                </a:solidFill>
              </a:defRPr>
            </a:defPPr>
            <a:lvl1pPr algn="ctr">
              <a:defRPr sz="1275" b="1">
                <a:solidFill>
                  <a:srgbClr val="76645B"/>
                </a:solidFill>
              </a:defRPr>
            </a:lvl1pPr>
            <a:lvl2pPr algn="ctr">
              <a:defRPr sz="1275" b="1">
                <a:solidFill>
                  <a:srgbClr val="76645B"/>
                </a:solidFill>
              </a:defRPr>
            </a:lvl2pPr>
            <a:lvl3pPr algn="ctr">
              <a:defRPr sz="1275" b="1">
                <a:solidFill>
                  <a:srgbClr val="76645B"/>
                </a:solidFill>
              </a:defRPr>
            </a:lvl3pPr>
            <a:lvl4pPr algn="ctr">
              <a:defRPr sz="1275" b="1">
                <a:solidFill>
                  <a:srgbClr val="76645B"/>
                </a:solidFill>
              </a:defRPr>
            </a:lvl4pPr>
            <a:lvl5pPr algn="ctr">
              <a:defRPr sz="1275" b="1">
                <a:solidFill>
                  <a:srgbClr val="76645B"/>
                </a:solidFill>
              </a:defRPr>
            </a:lvl5pPr>
            <a:lvl6pPr algn="ctr">
              <a:defRPr sz="1275" b="1">
                <a:solidFill>
                  <a:srgbClr val="76645B"/>
                </a:solidFill>
              </a:defRPr>
            </a:lvl6pPr>
            <a:lvl7pPr algn="ctr">
              <a:defRPr sz="1275" b="1">
                <a:solidFill>
                  <a:srgbClr val="76645B"/>
                </a:solidFill>
              </a:defRPr>
            </a:lvl7pPr>
            <a:lvl8pPr algn="ctr">
              <a:defRPr sz="1275" b="1">
                <a:solidFill>
                  <a:srgbClr val="76645B"/>
                </a:solidFill>
              </a:defRPr>
            </a:lvl8pPr>
            <a:lvl9pPr algn="ctr">
              <a:defRPr sz="1275" b="1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76645B"/>
                </a:solidFill>
              </a:defRPr>
            </a:pPr>
            <a:r>
              <a:rPr sz="1275" b="1">
                <a:solidFill>
                  <a:srgbClr val="76645B"/>
                </a:solidFill>
              </a:rPr>
              <a:t>Open source · MIT code licence · third-party data keeps its own terms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40DDD1D-0B69-4F94-A0E9-08355B76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>
                <a:solidFill>
                  <a:srgbClr val="76645B"/>
                </a:solidFill>
              </a:defRPr>
            </a:defPPr>
            <a:lvl1pPr>
              <a:defRPr sz="750">
                <a:solidFill>
                  <a:srgbClr val="76645B"/>
                </a:solidFill>
              </a:defRPr>
            </a:lvl1pPr>
            <a:lvl2pPr>
              <a:defRPr sz="750">
                <a:solidFill>
                  <a:srgbClr val="76645B"/>
                </a:solidFill>
              </a:defRPr>
            </a:lvl2pPr>
            <a:lvl3pPr>
              <a:defRPr sz="750">
                <a:solidFill>
                  <a:srgbClr val="76645B"/>
                </a:solidFill>
              </a:defRPr>
            </a:lvl3pPr>
            <a:lvl4pPr>
              <a:defRPr sz="750">
                <a:solidFill>
                  <a:srgbClr val="76645B"/>
                </a:solidFill>
              </a:defRPr>
            </a:lvl4pPr>
            <a:lvl5pPr>
              <a:defRPr sz="750">
                <a:solidFill>
                  <a:srgbClr val="76645B"/>
                </a:solidFill>
              </a:defRPr>
            </a:lvl5pPr>
            <a:lvl6pPr>
              <a:defRPr sz="750">
                <a:solidFill>
                  <a:srgbClr val="76645B"/>
                </a:solidFill>
              </a:defRPr>
            </a:lvl6pPr>
            <a:lvl7pPr>
              <a:defRPr sz="750">
                <a:solidFill>
                  <a:srgbClr val="76645B"/>
                </a:solidFill>
              </a:defRPr>
            </a:lvl7pPr>
            <a:lvl8pPr>
              <a:defRPr sz="750">
                <a:solidFill>
                  <a:srgbClr val="76645B"/>
                </a:solidFill>
              </a:defRPr>
            </a:lvl8pPr>
            <a:lvl9pPr>
              <a:defRPr sz="7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750">
                <a:solidFill>
                  <a:srgbClr val="76645B"/>
                </a:solidFill>
              </a:defRPr>
            </a:pPr>
            <a:r>
              <a:rPr sz="750">
                <a:solidFill>
                  <a:srgbClr val="76645B"/>
                </a:solidFill>
              </a:rPr>
              <a:t>ಕನ್ನಡದ ಬೇರು  ·  PS04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2E9690E-4DDF-4966-BDBB-825E46958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6505575"/>
            <a:ext cx="2895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750">
                <a:solidFill>
                  <a:srgbClr val="76645B"/>
                </a:solidFill>
              </a:defRPr>
            </a:defPPr>
            <a:lvl1pPr algn="r">
              <a:defRPr sz="750">
                <a:solidFill>
                  <a:srgbClr val="76645B"/>
                </a:solidFill>
              </a:defRPr>
            </a:lvl1pPr>
            <a:lvl2pPr algn="r">
              <a:defRPr sz="750">
                <a:solidFill>
                  <a:srgbClr val="76645B"/>
                </a:solidFill>
              </a:defRPr>
            </a:lvl2pPr>
            <a:lvl3pPr algn="r">
              <a:defRPr sz="750">
                <a:solidFill>
                  <a:srgbClr val="76645B"/>
                </a:solidFill>
              </a:defRPr>
            </a:lvl3pPr>
            <a:lvl4pPr algn="r">
              <a:defRPr sz="750">
                <a:solidFill>
                  <a:srgbClr val="76645B"/>
                </a:solidFill>
              </a:defRPr>
            </a:lvl4pPr>
            <a:lvl5pPr algn="r">
              <a:defRPr sz="750">
                <a:solidFill>
                  <a:srgbClr val="76645B"/>
                </a:solidFill>
              </a:defRPr>
            </a:lvl5pPr>
            <a:lvl6pPr algn="r">
              <a:defRPr sz="750">
                <a:solidFill>
                  <a:srgbClr val="76645B"/>
                </a:solidFill>
              </a:defRPr>
            </a:lvl6pPr>
            <a:lvl7pPr algn="r">
              <a:defRPr sz="750">
                <a:solidFill>
                  <a:srgbClr val="76645B"/>
                </a:solidFill>
              </a:defRPr>
            </a:lvl7pPr>
            <a:lvl8pPr algn="r">
              <a:defRPr sz="750">
                <a:solidFill>
                  <a:srgbClr val="76645B"/>
                </a:solidFill>
              </a:defRPr>
            </a:lvl8pPr>
            <a:lvl9pPr algn="r">
              <a:defRPr sz="7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 algn="r">
              <a:defRPr sz="750">
                <a:solidFill>
                  <a:srgbClr val="76645B"/>
                </a:solidFill>
              </a:defRPr>
            </a:pPr>
            <a:r>
              <a:rPr sz="750">
                <a:solidFill>
                  <a:srgbClr val="76645B"/>
                </a:solidFill>
              </a:rPr>
              <a:t>kannadada-beru.vercel.app</a:t>
            </a:r>
          </a:p>
        </p:txBody>
      </p:sp>
    </p:spTree>
    <p:extLst>
      <p:ext uri="{BB962C8B-B14F-4D97-AF65-F5344CB8AC3E}">
        <p14:creationId xmlns:p14="http://schemas.microsoft.com/office/powerpoint/2010/main" val="18252869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8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4AE8EE-0E10-4F3C-9749-60FB7808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F1933"/>
                </a:solidFill>
              </a:defRPr>
            </a:defPPr>
            <a:lvl1pPr>
              <a:defRPr sz="900" b="1">
                <a:solidFill>
                  <a:srgbClr val="8F1933"/>
                </a:solidFill>
              </a:defRPr>
            </a:lvl1pPr>
            <a:lvl2pPr>
              <a:defRPr sz="900" b="1">
                <a:solidFill>
                  <a:srgbClr val="8F1933"/>
                </a:solidFill>
              </a:defRPr>
            </a:lvl2pPr>
            <a:lvl3pPr>
              <a:defRPr sz="900" b="1">
                <a:solidFill>
                  <a:srgbClr val="8F1933"/>
                </a:solidFill>
              </a:defRPr>
            </a:lvl3pPr>
            <a:lvl4pPr>
              <a:defRPr sz="900" b="1">
                <a:solidFill>
                  <a:srgbClr val="8F1933"/>
                </a:solidFill>
              </a:defRPr>
            </a:lvl4pPr>
            <a:lvl5pPr>
              <a:defRPr sz="900" b="1">
                <a:solidFill>
                  <a:srgbClr val="8F1933"/>
                </a:solidFill>
              </a:defRPr>
            </a:lvl5pPr>
            <a:lvl6pPr>
              <a:defRPr sz="900" b="1">
                <a:solidFill>
                  <a:srgbClr val="8F1933"/>
                </a:solidFill>
              </a:defRPr>
            </a:lvl6pPr>
            <a:lvl7pPr>
              <a:defRPr sz="900" b="1">
                <a:solidFill>
                  <a:srgbClr val="8F1933"/>
                </a:solidFill>
              </a:defRPr>
            </a:lvl7pPr>
            <a:lvl8pPr>
              <a:defRPr sz="900" b="1">
                <a:solidFill>
                  <a:srgbClr val="8F1933"/>
                </a:solidFill>
              </a:defRPr>
            </a:lvl8pPr>
            <a:lvl9pPr>
              <a:defRPr sz="9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F1933"/>
                </a:solidFill>
              </a:defRPr>
            </a:pPr>
            <a:r>
              <a:rPr sz="900" b="1">
                <a:solidFill>
                  <a:srgbClr val="8F1933"/>
                </a:solidFill>
              </a:rPr>
              <a:t>RELEASE 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9A8DD0-4D13-47E0-951A-CBF177117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271C19"/>
                </a:solidFill>
              </a:defRPr>
            </a:defPPr>
            <a:lvl1pPr>
              <a:defRPr sz="3150" b="1">
                <a:solidFill>
                  <a:srgbClr val="271C19"/>
                </a:solidFill>
              </a:defRPr>
            </a:lvl1pPr>
            <a:lvl2pPr>
              <a:defRPr sz="3150" b="1">
                <a:solidFill>
                  <a:srgbClr val="271C19"/>
                </a:solidFill>
              </a:defRPr>
            </a:lvl2pPr>
            <a:lvl3pPr>
              <a:defRPr sz="3150" b="1">
                <a:solidFill>
                  <a:srgbClr val="271C19"/>
                </a:solidFill>
              </a:defRPr>
            </a:lvl3pPr>
            <a:lvl4pPr>
              <a:defRPr sz="3150" b="1">
                <a:solidFill>
                  <a:srgbClr val="271C19"/>
                </a:solidFill>
              </a:defRPr>
            </a:lvl4pPr>
            <a:lvl5pPr>
              <a:defRPr sz="3150" b="1">
                <a:solidFill>
                  <a:srgbClr val="271C19"/>
                </a:solidFill>
              </a:defRPr>
            </a:lvl5pPr>
            <a:lvl6pPr>
              <a:defRPr sz="3150" b="1">
                <a:solidFill>
                  <a:srgbClr val="271C19"/>
                </a:solidFill>
              </a:defRPr>
            </a:lvl6pPr>
            <a:lvl7pPr>
              <a:defRPr sz="3150" b="1">
                <a:solidFill>
                  <a:srgbClr val="271C19"/>
                </a:solidFill>
              </a:defRPr>
            </a:lvl7pPr>
            <a:lvl8pPr>
              <a:defRPr sz="3150" b="1">
                <a:solidFill>
                  <a:srgbClr val="271C19"/>
                </a:solidFill>
              </a:defRPr>
            </a:lvl8pPr>
            <a:lvl9pPr>
              <a:defRPr sz="3150" b="1">
                <a:solidFill>
                  <a:srgbClr val="271C19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71C19"/>
                </a:solidFill>
              </a:defRPr>
            </a:pPr>
            <a:r>
              <a:rPr sz="3150" b="1">
                <a:solidFill>
                  <a:srgbClr val="271C19"/>
                </a:solidFill>
              </a:rPr>
              <a:t>Tested across the complete public experience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0DA84-3F00-49BC-83BA-B7AC3882F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14500"/>
            <a:ext cx="981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>
                <a:solidFill>
                  <a:srgbClr val="76645B"/>
                </a:solidFill>
              </a:defRPr>
            </a:defPPr>
            <a:lvl1pPr>
              <a:defRPr sz="1350">
                <a:solidFill>
                  <a:srgbClr val="76645B"/>
                </a:solidFill>
              </a:defRPr>
            </a:lvl1pPr>
            <a:lvl2pPr>
              <a:defRPr sz="1350">
                <a:solidFill>
                  <a:srgbClr val="76645B"/>
                </a:solidFill>
              </a:defRPr>
            </a:lvl2pPr>
            <a:lvl3pPr>
              <a:defRPr sz="1350">
                <a:solidFill>
                  <a:srgbClr val="76645B"/>
                </a:solidFill>
              </a:defRPr>
            </a:lvl3pPr>
            <a:lvl4pPr>
              <a:defRPr sz="1350">
                <a:solidFill>
                  <a:srgbClr val="76645B"/>
                </a:solidFill>
              </a:defRPr>
            </a:lvl4pPr>
            <a:lvl5pPr>
              <a:defRPr sz="1350">
                <a:solidFill>
                  <a:srgbClr val="76645B"/>
                </a:solidFill>
              </a:defRPr>
            </a:lvl5pPr>
            <a:lvl6pPr>
              <a:defRPr sz="1350">
                <a:solidFill>
                  <a:srgbClr val="76645B"/>
                </a:solidFill>
              </a:defRPr>
            </a:lvl6pPr>
            <a:lvl7pPr>
              <a:defRPr sz="1350">
                <a:solidFill>
                  <a:srgbClr val="76645B"/>
                </a:solidFill>
              </a:defRPr>
            </a:lvl7pPr>
            <a:lvl8pPr>
              <a:defRPr sz="1350">
                <a:solidFill>
                  <a:srgbClr val="76645B"/>
                </a:solidFill>
              </a:defRPr>
            </a:lvl8pPr>
            <a:lvl9pPr>
              <a:defRPr sz="13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350">
                <a:solidFill>
                  <a:srgbClr val="76645B"/>
                </a:solidFill>
              </a:defRPr>
            </a:pPr>
            <a:r>
              <a:rPr sz="1350">
                <a:solidFill>
                  <a:srgbClr val="76645B"/>
                </a:solidFill>
              </a:rPr>
              <a:t>The release gate checks source contracts, production generation and real browser journeys.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0DEF74-520E-4BAF-8CD1-C17E706C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524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 b="1">
                <a:solidFill>
                  <a:srgbClr val="D9A72E"/>
                </a:solidFill>
              </a:defRPr>
            </a:defPPr>
            <a:lvl1pPr algn="r">
              <a:defRPr sz="900" b="1">
                <a:solidFill>
                  <a:srgbClr val="D9A72E"/>
                </a:solidFill>
              </a:defRPr>
            </a:lvl1pPr>
            <a:lvl2pPr algn="r">
              <a:defRPr sz="900" b="1">
                <a:solidFill>
                  <a:srgbClr val="D9A72E"/>
                </a:solidFill>
              </a:defRPr>
            </a:lvl2pPr>
            <a:lvl3pPr algn="r">
              <a:defRPr sz="900" b="1">
                <a:solidFill>
                  <a:srgbClr val="D9A72E"/>
                </a:solidFill>
              </a:defRPr>
            </a:lvl3pPr>
            <a:lvl4pPr algn="r">
              <a:defRPr sz="900" b="1">
                <a:solidFill>
                  <a:srgbClr val="D9A72E"/>
                </a:solidFill>
              </a:defRPr>
            </a:lvl4pPr>
            <a:lvl5pPr algn="r">
              <a:defRPr sz="900" b="1">
                <a:solidFill>
                  <a:srgbClr val="D9A72E"/>
                </a:solidFill>
              </a:defRPr>
            </a:lvl5pPr>
            <a:lvl6pPr algn="r">
              <a:defRPr sz="900" b="1">
                <a:solidFill>
                  <a:srgbClr val="D9A72E"/>
                </a:solidFill>
              </a:defRPr>
            </a:lvl6pPr>
            <a:lvl7pPr algn="r">
              <a:defRPr sz="900" b="1">
                <a:solidFill>
                  <a:srgbClr val="D9A72E"/>
                </a:solidFill>
              </a:defRPr>
            </a:lvl7pPr>
            <a:lvl8pPr algn="r">
              <a:defRPr sz="900" b="1">
                <a:solidFill>
                  <a:srgbClr val="D9A72E"/>
                </a:solidFill>
              </a:defRPr>
            </a:lvl8pPr>
            <a:lvl9pPr algn="r">
              <a:defRPr sz="900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D9A72E"/>
                </a:solidFill>
              </a:defRPr>
            </a:pPr>
            <a:r>
              <a:rPr sz="900" b="1">
                <a:solidFill>
                  <a:srgbClr val="D9A72E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A23AAF-B0AE-4EF1-9430-A16C8DF2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3812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94BFEC-3A5D-41D0-81D8-624881394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666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933"/>
          </a:solidFill>
          <a:ln xmlns:a="http://schemas.openxmlformats.org/drawingml/2006/main" w="0">
            <a:solidFill>
              <a:srgbClr val="8F193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AAA065-A220-44B1-8B94-8A1015C96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8605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8F1933"/>
                </a:solidFill>
              </a:defRPr>
            </a:defPPr>
            <a:lvl1pPr>
              <a:defRPr sz="1500" b="1">
                <a:solidFill>
                  <a:srgbClr val="8F1933"/>
                </a:solidFill>
              </a:defRPr>
            </a:lvl1pPr>
            <a:lvl2pPr>
              <a:defRPr sz="1500" b="1">
                <a:solidFill>
                  <a:srgbClr val="8F1933"/>
                </a:solidFill>
              </a:defRPr>
            </a:lvl2pPr>
            <a:lvl3pPr>
              <a:defRPr sz="1500" b="1">
                <a:solidFill>
                  <a:srgbClr val="8F1933"/>
                </a:solidFill>
              </a:defRPr>
            </a:lvl3pPr>
            <a:lvl4pPr>
              <a:defRPr sz="1500" b="1">
                <a:solidFill>
                  <a:srgbClr val="8F1933"/>
                </a:solidFill>
              </a:defRPr>
            </a:lvl4pPr>
            <a:lvl5pPr>
              <a:defRPr sz="1500" b="1">
                <a:solidFill>
                  <a:srgbClr val="8F1933"/>
                </a:solidFill>
              </a:defRPr>
            </a:lvl5pPr>
            <a:lvl6pPr>
              <a:defRPr sz="1500" b="1">
                <a:solidFill>
                  <a:srgbClr val="8F1933"/>
                </a:solidFill>
              </a:defRPr>
            </a:lvl6pPr>
            <a:lvl7pPr>
              <a:defRPr sz="1500" b="1">
                <a:solidFill>
                  <a:srgbClr val="8F1933"/>
                </a:solidFill>
              </a:defRPr>
            </a:lvl7pPr>
            <a:lvl8pPr>
              <a:defRPr sz="1500" b="1">
                <a:solidFill>
                  <a:srgbClr val="8F1933"/>
                </a:solidFill>
              </a:defRPr>
            </a:lvl8pPr>
            <a:lvl9pPr>
              <a:defRPr sz="15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8F1933"/>
                </a:solidFill>
              </a:defRPr>
            </a:pPr>
            <a:r>
              <a:rPr sz="1500" b="1">
                <a:solidFill>
                  <a:srgbClr val="8F1933"/>
                </a:solidFill>
              </a:rPr>
              <a:t>46 / 46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625D84-D5BB-49E4-B830-4A7D2BB0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62300"/>
            <a:ext cx="190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unit tests across 15 files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EE2DF8-A311-4BD3-BC27-F690A85DB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476500"/>
            <a:ext cx="23812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07172C-156F-4197-A482-DC64F39D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476500"/>
            <a:ext cx="666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72E"/>
          </a:solidFill>
          <a:ln xmlns:a="http://schemas.openxmlformats.org/drawingml/2006/main" w="0">
            <a:solidFill>
              <a:srgbClr val="D9A72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D17BA5-46C3-4F78-955B-2BEC7C5A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8605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D9A72E"/>
                </a:solidFill>
              </a:defRPr>
            </a:defPPr>
            <a:lvl1pPr>
              <a:defRPr sz="1500" b="1">
                <a:solidFill>
                  <a:srgbClr val="D9A72E"/>
                </a:solidFill>
              </a:defRPr>
            </a:lvl1pPr>
            <a:lvl2pPr>
              <a:defRPr sz="1500" b="1">
                <a:solidFill>
                  <a:srgbClr val="D9A72E"/>
                </a:solidFill>
              </a:defRPr>
            </a:lvl2pPr>
            <a:lvl3pPr>
              <a:defRPr sz="1500" b="1">
                <a:solidFill>
                  <a:srgbClr val="D9A72E"/>
                </a:solidFill>
              </a:defRPr>
            </a:lvl3pPr>
            <a:lvl4pPr>
              <a:defRPr sz="1500" b="1">
                <a:solidFill>
                  <a:srgbClr val="D9A72E"/>
                </a:solidFill>
              </a:defRPr>
            </a:lvl4pPr>
            <a:lvl5pPr>
              <a:defRPr sz="1500" b="1">
                <a:solidFill>
                  <a:srgbClr val="D9A72E"/>
                </a:solidFill>
              </a:defRPr>
            </a:lvl5pPr>
            <a:lvl6pPr>
              <a:defRPr sz="1500" b="1">
                <a:solidFill>
                  <a:srgbClr val="D9A72E"/>
                </a:solidFill>
              </a:defRPr>
            </a:lvl6pPr>
            <a:lvl7pPr>
              <a:defRPr sz="1500" b="1">
                <a:solidFill>
                  <a:srgbClr val="D9A72E"/>
                </a:solidFill>
              </a:defRPr>
            </a:lvl7pPr>
            <a:lvl8pPr>
              <a:defRPr sz="1500" b="1">
                <a:solidFill>
                  <a:srgbClr val="D9A72E"/>
                </a:solidFill>
              </a:defRPr>
            </a:lvl8pPr>
            <a:lvl9pPr>
              <a:defRPr sz="1500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D9A72E"/>
                </a:solidFill>
              </a:defRPr>
            </a:pPr>
            <a:r>
              <a:rPr sz="1500" b="1">
                <a:solidFill>
                  <a:srgbClr val="D9A72E"/>
                </a:solidFill>
              </a:rPr>
              <a:t>49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375C9A-2686-4BE1-92B0-08D1A5ED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62300"/>
            <a:ext cx="190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statically generated routes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BB34E9-5A95-4156-AB2D-62F1DCAD5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476500"/>
            <a:ext cx="23812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320F2D-7883-411C-A216-4FCD0793D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476500"/>
            <a:ext cx="666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64D"/>
          </a:solidFill>
          <a:ln xmlns:a="http://schemas.openxmlformats.org/drawingml/2006/main" w="0">
            <a:solidFill>
              <a:srgbClr val="31564D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3959B7-C795-4333-9038-DCFE786A2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8605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31564D"/>
                </a:solidFill>
              </a:defRPr>
            </a:defPPr>
            <a:lvl1pPr>
              <a:defRPr sz="1500" b="1">
                <a:solidFill>
                  <a:srgbClr val="31564D"/>
                </a:solidFill>
              </a:defRPr>
            </a:lvl1pPr>
            <a:lvl2pPr>
              <a:defRPr sz="1500" b="1">
                <a:solidFill>
                  <a:srgbClr val="31564D"/>
                </a:solidFill>
              </a:defRPr>
            </a:lvl2pPr>
            <a:lvl3pPr>
              <a:defRPr sz="1500" b="1">
                <a:solidFill>
                  <a:srgbClr val="31564D"/>
                </a:solidFill>
              </a:defRPr>
            </a:lvl3pPr>
            <a:lvl4pPr>
              <a:defRPr sz="1500" b="1">
                <a:solidFill>
                  <a:srgbClr val="31564D"/>
                </a:solidFill>
              </a:defRPr>
            </a:lvl4pPr>
            <a:lvl5pPr>
              <a:defRPr sz="1500" b="1">
                <a:solidFill>
                  <a:srgbClr val="31564D"/>
                </a:solidFill>
              </a:defRPr>
            </a:lvl5pPr>
            <a:lvl6pPr>
              <a:defRPr sz="1500" b="1">
                <a:solidFill>
                  <a:srgbClr val="31564D"/>
                </a:solidFill>
              </a:defRPr>
            </a:lvl6pPr>
            <a:lvl7pPr>
              <a:defRPr sz="1500" b="1">
                <a:solidFill>
                  <a:srgbClr val="31564D"/>
                </a:solidFill>
              </a:defRPr>
            </a:lvl7pPr>
            <a:lvl8pPr>
              <a:defRPr sz="1500" b="1">
                <a:solidFill>
                  <a:srgbClr val="31564D"/>
                </a:solidFill>
              </a:defRPr>
            </a:lvl8pPr>
            <a:lvl9pPr>
              <a:defRPr sz="1500" b="1">
                <a:solidFill>
                  <a:srgbClr val="31564D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31564D"/>
                </a:solidFill>
              </a:defRPr>
            </a:pPr>
            <a:r>
              <a:rPr sz="1500" b="1">
                <a:solidFill>
                  <a:srgbClr val="31564D"/>
                </a:solidFill>
              </a:rPr>
              <a:t>48 pass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104226-F1A2-44A0-AF7A-EDEC06B6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62300"/>
            <a:ext cx="190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Android and desktop production journeys · offline PWA reopening included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5A3C9F-D3B3-41C5-825F-8AA24DF8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76500"/>
            <a:ext cx="26479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E7D8C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7D9F7A-C3B9-4755-A17C-6B0FD9A61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76500"/>
            <a:ext cx="666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1933"/>
          </a:solidFill>
          <a:ln xmlns:a="http://schemas.openxmlformats.org/drawingml/2006/main" w="0">
            <a:solidFill>
              <a:srgbClr val="8F1933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581479-9264-4877-808C-23FF95D81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686050"/>
            <a:ext cx="2171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8F1933"/>
                </a:solidFill>
              </a:defRPr>
            </a:defPPr>
            <a:lvl1pPr>
              <a:defRPr sz="1500" b="1">
                <a:solidFill>
                  <a:srgbClr val="8F1933"/>
                </a:solidFill>
              </a:defRPr>
            </a:lvl1pPr>
            <a:lvl2pPr>
              <a:defRPr sz="1500" b="1">
                <a:solidFill>
                  <a:srgbClr val="8F1933"/>
                </a:solidFill>
              </a:defRPr>
            </a:lvl2pPr>
            <a:lvl3pPr>
              <a:defRPr sz="1500" b="1">
                <a:solidFill>
                  <a:srgbClr val="8F1933"/>
                </a:solidFill>
              </a:defRPr>
            </a:lvl3pPr>
            <a:lvl4pPr>
              <a:defRPr sz="1500" b="1">
                <a:solidFill>
                  <a:srgbClr val="8F1933"/>
                </a:solidFill>
              </a:defRPr>
            </a:lvl4pPr>
            <a:lvl5pPr>
              <a:defRPr sz="1500" b="1">
                <a:solidFill>
                  <a:srgbClr val="8F1933"/>
                </a:solidFill>
              </a:defRPr>
            </a:lvl5pPr>
            <a:lvl6pPr>
              <a:defRPr sz="1500" b="1">
                <a:solidFill>
                  <a:srgbClr val="8F1933"/>
                </a:solidFill>
              </a:defRPr>
            </a:lvl6pPr>
            <a:lvl7pPr>
              <a:defRPr sz="1500" b="1">
                <a:solidFill>
                  <a:srgbClr val="8F1933"/>
                </a:solidFill>
              </a:defRPr>
            </a:lvl7pPr>
            <a:lvl8pPr>
              <a:defRPr sz="1500" b="1">
                <a:solidFill>
                  <a:srgbClr val="8F1933"/>
                </a:solidFill>
              </a:defRPr>
            </a:lvl8pPr>
            <a:lvl9pPr>
              <a:defRPr sz="1500" b="1">
                <a:solidFill>
                  <a:srgbClr val="8F1933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8F1933"/>
                </a:solidFill>
              </a:defRPr>
            </a:pPr>
            <a:r>
              <a:rPr sz="1500" b="1">
                <a:solidFill>
                  <a:srgbClr val="8F1933"/>
                </a:solidFill>
              </a:rPr>
              <a:t>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C326C5-FBDF-4B33-AF53-FFC8B37C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162300"/>
            <a:ext cx="21717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>
                <a:solidFill>
                  <a:srgbClr val="76645B"/>
                </a:solidFill>
              </a:defRPr>
            </a:defPPr>
            <a:lvl1pPr>
              <a:defRPr sz="1125">
                <a:solidFill>
                  <a:srgbClr val="76645B"/>
                </a:solidFill>
              </a:defRPr>
            </a:lvl1pPr>
            <a:lvl2pPr>
              <a:defRPr sz="1125">
                <a:solidFill>
                  <a:srgbClr val="76645B"/>
                </a:solidFill>
              </a:defRPr>
            </a:lvl2pPr>
            <a:lvl3pPr>
              <a:defRPr sz="1125">
                <a:solidFill>
                  <a:srgbClr val="76645B"/>
                </a:solidFill>
              </a:defRPr>
            </a:lvl3pPr>
            <a:lvl4pPr>
              <a:defRPr sz="1125">
                <a:solidFill>
                  <a:srgbClr val="76645B"/>
                </a:solidFill>
              </a:defRPr>
            </a:lvl4pPr>
            <a:lvl5pPr>
              <a:defRPr sz="1125">
                <a:solidFill>
                  <a:srgbClr val="76645B"/>
                </a:solidFill>
              </a:defRPr>
            </a:lvl5pPr>
            <a:lvl6pPr>
              <a:defRPr sz="1125">
                <a:solidFill>
                  <a:srgbClr val="76645B"/>
                </a:solidFill>
              </a:defRPr>
            </a:lvl6pPr>
            <a:lvl7pPr>
              <a:defRPr sz="1125">
                <a:solidFill>
                  <a:srgbClr val="76645B"/>
                </a:solidFill>
              </a:defRPr>
            </a:lvl7pPr>
            <a:lvl8pPr>
              <a:defRPr sz="1125">
                <a:solidFill>
                  <a:srgbClr val="76645B"/>
                </a:solidFill>
              </a:defRPr>
            </a:lvl8pPr>
            <a:lvl9pPr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known production dependency vulnerabilities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A466AB-FEDA-457E-91D1-0415F7785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76800"/>
            <a:ext cx="1028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725" b="1">
                <a:solidFill>
                  <a:srgbClr val="271C19"/>
                </a:solidFill>
              </a:defRPr>
            </a:defPPr>
            <a:lvl1pPr algn="ctr">
              <a:defRPr sz="1725" b="1">
                <a:solidFill>
                  <a:srgbClr val="271C19"/>
                </a:solidFill>
              </a:defRPr>
            </a:lvl1pPr>
            <a:lvl2pPr algn="ctr">
              <a:defRPr sz="1725" b="1">
                <a:solidFill>
                  <a:srgbClr val="271C19"/>
                </a:solidFill>
              </a:defRPr>
            </a:lvl2pPr>
            <a:lvl3pPr algn="ctr">
              <a:defRPr sz="1725" b="1">
                <a:solidFill>
                  <a:srgbClr val="271C19"/>
                </a:solidFill>
              </a:defRPr>
            </a:lvl3pPr>
            <a:lvl4pPr algn="ctr">
              <a:defRPr sz="1725" b="1">
                <a:solidFill>
                  <a:srgbClr val="271C19"/>
                </a:solidFill>
              </a:defRPr>
            </a:lvl4pPr>
            <a:lvl5pPr algn="ctr">
              <a:defRPr sz="1725" b="1">
                <a:solidFill>
                  <a:srgbClr val="271C19"/>
                </a:solidFill>
              </a:defRPr>
            </a:lvl5pPr>
            <a:lvl6pPr algn="ctr">
              <a:defRPr sz="1725" b="1">
                <a:solidFill>
                  <a:srgbClr val="271C19"/>
                </a:solidFill>
              </a:defRPr>
            </a:lvl6pPr>
            <a:lvl7pPr algn="ctr">
              <a:defRPr sz="1725" b="1">
                <a:solidFill>
                  <a:srgbClr val="271C19"/>
                </a:solidFill>
              </a:defRPr>
            </a:lvl7pPr>
            <a:lvl8pPr algn="ctr">
              <a:defRPr sz="1725" b="1">
                <a:solidFill>
                  <a:srgbClr val="271C19"/>
                </a:solidFill>
              </a:defRPr>
            </a:lvl8pPr>
            <a:lvl9pPr algn="ctr">
              <a:defRPr sz="1725" b="1">
                <a:solidFill>
                  <a:srgbClr val="271C19"/>
                </a:solidFill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271C19"/>
                </a:solidFill>
              </a:defRPr>
            </a:pPr>
            <a:r>
              <a:rPr sz="1725" b="1">
                <a:solidFill>
                  <a:srgbClr val="271C19"/>
                </a:solidFill>
              </a:rPr>
              <a:t>Atlas · district learning · regional voices · dictionary · comparison · audio · game · contribution · PWA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5900B2-9D23-4447-A4B3-8FB4D9DF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15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125">
                <a:solidFill>
                  <a:srgbClr val="76645B"/>
                </a:solidFill>
              </a:defRPr>
            </a:defPPr>
            <a:lvl1pPr algn="ctr">
              <a:defRPr sz="1125">
                <a:solidFill>
                  <a:srgbClr val="76645B"/>
                </a:solidFill>
              </a:defRPr>
            </a:lvl1pPr>
            <a:lvl2pPr algn="ctr">
              <a:defRPr sz="1125">
                <a:solidFill>
                  <a:srgbClr val="76645B"/>
                </a:solidFill>
              </a:defRPr>
            </a:lvl2pPr>
            <a:lvl3pPr algn="ctr">
              <a:defRPr sz="1125">
                <a:solidFill>
                  <a:srgbClr val="76645B"/>
                </a:solidFill>
              </a:defRPr>
            </a:lvl3pPr>
            <a:lvl4pPr algn="ctr">
              <a:defRPr sz="1125">
                <a:solidFill>
                  <a:srgbClr val="76645B"/>
                </a:solidFill>
              </a:defRPr>
            </a:lvl4pPr>
            <a:lvl5pPr algn="ctr">
              <a:defRPr sz="1125">
                <a:solidFill>
                  <a:srgbClr val="76645B"/>
                </a:solidFill>
              </a:defRPr>
            </a:lvl5pPr>
            <a:lvl6pPr algn="ctr">
              <a:defRPr sz="1125">
                <a:solidFill>
                  <a:srgbClr val="76645B"/>
                </a:solidFill>
              </a:defRPr>
            </a:lvl6pPr>
            <a:lvl7pPr algn="ctr">
              <a:defRPr sz="1125">
                <a:solidFill>
                  <a:srgbClr val="76645B"/>
                </a:solidFill>
              </a:defRPr>
            </a:lvl7pPr>
            <a:lvl8pPr algn="ctr">
              <a:defRPr sz="1125">
                <a:solidFill>
                  <a:srgbClr val="76645B"/>
                </a:solidFill>
              </a:defRPr>
            </a:lvl8pPr>
            <a:lvl9pPr algn="ctr">
              <a:defRPr sz="1125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 algn="ctr">
              <a:defRPr sz="1125">
                <a:solidFill>
                  <a:srgbClr val="76645B"/>
                </a:solidFill>
              </a:defRPr>
            </a:pPr>
            <a:r>
              <a:rPr sz="1125">
                <a:solidFill>
                  <a:srgbClr val="76645B"/>
                </a:solidFill>
              </a:rPr>
              <a:t>Live verification follows deployment at kannadada-beru.vercel.app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352886-D030-4041-AA8D-D1466147B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>
                <a:solidFill>
                  <a:srgbClr val="76645B"/>
                </a:solidFill>
              </a:defRPr>
            </a:defPPr>
            <a:lvl1pPr>
              <a:defRPr sz="750">
                <a:solidFill>
                  <a:srgbClr val="76645B"/>
                </a:solidFill>
              </a:defRPr>
            </a:lvl1pPr>
            <a:lvl2pPr>
              <a:defRPr sz="750">
                <a:solidFill>
                  <a:srgbClr val="76645B"/>
                </a:solidFill>
              </a:defRPr>
            </a:lvl2pPr>
            <a:lvl3pPr>
              <a:defRPr sz="750">
                <a:solidFill>
                  <a:srgbClr val="76645B"/>
                </a:solidFill>
              </a:defRPr>
            </a:lvl3pPr>
            <a:lvl4pPr>
              <a:defRPr sz="750">
                <a:solidFill>
                  <a:srgbClr val="76645B"/>
                </a:solidFill>
              </a:defRPr>
            </a:lvl4pPr>
            <a:lvl5pPr>
              <a:defRPr sz="750">
                <a:solidFill>
                  <a:srgbClr val="76645B"/>
                </a:solidFill>
              </a:defRPr>
            </a:lvl5pPr>
            <a:lvl6pPr>
              <a:defRPr sz="750">
                <a:solidFill>
                  <a:srgbClr val="76645B"/>
                </a:solidFill>
              </a:defRPr>
            </a:lvl6pPr>
            <a:lvl7pPr>
              <a:defRPr sz="750">
                <a:solidFill>
                  <a:srgbClr val="76645B"/>
                </a:solidFill>
              </a:defRPr>
            </a:lvl7pPr>
            <a:lvl8pPr>
              <a:defRPr sz="750">
                <a:solidFill>
                  <a:srgbClr val="76645B"/>
                </a:solidFill>
              </a:defRPr>
            </a:lvl8pPr>
            <a:lvl9pPr>
              <a:defRPr sz="7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>
              <a:defRPr sz="750">
                <a:solidFill>
                  <a:srgbClr val="76645B"/>
                </a:solidFill>
              </a:defRPr>
            </a:pPr>
            <a:r>
              <a:rPr sz="750">
                <a:solidFill>
                  <a:srgbClr val="76645B"/>
                </a:solidFill>
              </a:rPr>
              <a:t>ಕನ್ನಡದ ಬೇರು  ·  PS04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ABFAE0-BF39-4899-B0D3-5EDED49C8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6505575"/>
            <a:ext cx="2895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750">
                <a:solidFill>
                  <a:srgbClr val="76645B"/>
                </a:solidFill>
              </a:defRPr>
            </a:defPPr>
            <a:lvl1pPr algn="r">
              <a:defRPr sz="750">
                <a:solidFill>
                  <a:srgbClr val="76645B"/>
                </a:solidFill>
              </a:defRPr>
            </a:lvl1pPr>
            <a:lvl2pPr algn="r">
              <a:defRPr sz="750">
                <a:solidFill>
                  <a:srgbClr val="76645B"/>
                </a:solidFill>
              </a:defRPr>
            </a:lvl2pPr>
            <a:lvl3pPr algn="r">
              <a:defRPr sz="750">
                <a:solidFill>
                  <a:srgbClr val="76645B"/>
                </a:solidFill>
              </a:defRPr>
            </a:lvl3pPr>
            <a:lvl4pPr algn="r">
              <a:defRPr sz="750">
                <a:solidFill>
                  <a:srgbClr val="76645B"/>
                </a:solidFill>
              </a:defRPr>
            </a:lvl4pPr>
            <a:lvl5pPr algn="r">
              <a:defRPr sz="750">
                <a:solidFill>
                  <a:srgbClr val="76645B"/>
                </a:solidFill>
              </a:defRPr>
            </a:lvl5pPr>
            <a:lvl6pPr algn="r">
              <a:defRPr sz="750">
                <a:solidFill>
                  <a:srgbClr val="76645B"/>
                </a:solidFill>
              </a:defRPr>
            </a:lvl6pPr>
            <a:lvl7pPr algn="r">
              <a:defRPr sz="750">
                <a:solidFill>
                  <a:srgbClr val="76645B"/>
                </a:solidFill>
              </a:defRPr>
            </a:lvl7pPr>
            <a:lvl8pPr algn="r">
              <a:defRPr sz="750">
                <a:solidFill>
                  <a:srgbClr val="76645B"/>
                </a:solidFill>
              </a:defRPr>
            </a:lvl8pPr>
            <a:lvl9pPr algn="r">
              <a:defRPr sz="750">
                <a:solidFill>
                  <a:srgbClr val="76645B"/>
                </a:solidFill>
              </a:defRPr>
            </a:lvl9pPr>
          </a:lstStyle>
          <a:p xmlns:a="http://schemas.openxmlformats.org/drawingml/2006/main">
            <a:pPr algn="r">
              <a:defRPr sz="750">
                <a:solidFill>
                  <a:srgbClr val="76645B"/>
                </a:solidFill>
              </a:defRPr>
            </a:pPr>
            <a:r>
              <a:rPr sz="750">
                <a:solidFill>
                  <a:srgbClr val="76645B"/>
                </a:solidFill>
              </a:rPr>
              <a:t>kannadada-beru.vercel.app</a:t>
            </a:r>
          </a:p>
        </p:txBody>
      </p:sp>
    </p:spTree>
    <p:extLst>
      <p:ext uri="{BB962C8B-B14F-4D97-AF65-F5344CB8AC3E}">
        <p14:creationId xmlns:p14="http://schemas.microsoft.com/office/powerpoint/2010/main" val="4644181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5F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E033FE-7951-4F62-913A-66BD99F50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666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125" b="1">
                <a:solidFill>
                  <a:srgbClr val="FFFFFF"/>
                </a:solidFill>
              </a:defRPr>
            </a:defPPr>
            <a:lvl1pPr>
              <a:defRPr sz="4125" b="1">
                <a:solidFill>
                  <a:srgbClr val="FFFFFF"/>
                </a:solidFill>
              </a:defRPr>
            </a:lvl1pPr>
            <a:lvl2pPr>
              <a:defRPr sz="4125" b="1">
                <a:solidFill>
                  <a:srgbClr val="FFFFFF"/>
                </a:solidFill>
              </a:defRPr>
            </a:lvl2pPr>
            <a:lvl3pPr>
              <a:defRPr sz="4125" b="1">
                <a:solidFill>
                  <a:srgbClr val="FFFFFF"/>
                </a:solidFill>
              </a:defRPr>
            </a:lvl3pPr>
            <a:lvl4pPr>
              <a:defRPr sz="4125" b="1">
                <a:solidFill>
                  <a:srgbClr val="FFFFFF"/>
                </a:solidFill>
              </a:defRPr>
            </a:lvl4pPr>
            <a:lvl5pPr>
              <a:defRPr sz="4125" b="1">
                <a:solidFill>
                  <a:srgbClr val="FFFFFF"/>
                </a:solidFill>
              </a:defRPr>
            </a:lvl5pPr>
            <a:lvl6pPr>
              <a:defRPr sz="4125" b="1">
                <a:solidFill>
                  <a:srgbClr val="FFFFFF"/>
                </a:solidFill>
              </a:defRPr>
            </a:lvl6pPr>
            <a:lvl7pPr>
              <a:defRPr sz="4125" b="1">
                <a:solidFill>
                  <a:srgbClr val="FFFFFF"/>
                </a:solidFill>
              </a:defRPr>
            </a:lvl7pPr>
            <a:lvl8pPr>
              <a:defRPr sz="4125" b="1">
                <a:solidFill>
                  <a:srgbClr val="FFFFFF"/>
                </a:solidFill>
              </a:defRPr>
            </a:lvl8pPr>
            <a:lvl9pPr>
              <a:defRPr sz="41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4125" b="1">
                <a:solidFill>
                  <a:srgbClr val="FFFFFF"/>
                </a:solidFill>
              </a:defRPr>
            </a:pPr>
            <a:r>
              <a:rPr sz="4125" b="1">
                <a:solidFill>
                  <a:srgbClr val="FFFFFF"/>
                </a:solidFill>
              </a:rPr>
              <a:t>ಕನ್ನಡದ ಬೇರು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079D01-9BF4-4CA0-AA6E-F11B6B42F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24050"/>
            <a:ext cx="7429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D9A72E"/>
                </a:solidFill>
              </a:defRPr>
            </a:defPPr>
            <a:lvl1pPr>
              <a:defRPr sz="2850" b="1">
                <a:solidFill>
                  <a:srgbClr val="D9A72E"/>
                </a:solidFill>
              </a:defRPr>
            </a:lvl1pPr>
            <a:lvl2pPr>
              <a:defRPr sz="2850" b="1">
                <a:solidFill>
                  <a:srgbClr val="D9A72E"/>
                </a:solidFill>
              </a:defRPr>
            </a:lvl2pPr>
            <a:lvl3pPr>
              <a:defRPr sz="2850" b="1">
                <a:solidFill>
                  <a:srgbClr val="D9A72E"/>
                </a:solidFill>
              </a:defRPr>
            </a:lvl3pPr>
            <a:lvl4pPr>
              <a:defRPr sz="2850" b="1">
                <a:solidFill>
                  <a:srgbClr val="D9A72E"/>
                </a:solidFill>
              </a:defRPr>
            </a:lvl4pPr>
            <a:lvl5pPr>
              <a:defRPr sz="2850" b="1">
                <a:solidFill>
                  <a:srgbClr val="D9A72E"/>
                </a:solidFill>
              </a:defRPr>
            </a:lvl5pPr>
            <a:lvl6pPr>
              <a:defRPr sz="2850" b="1">
                <a:solidFill>
                  <a:srgbClr val="D9A72E"/>
                </a:solidFill>
              </a:defRPr>
            </a:lvl6pPr>
            <a:lvl7pPr>
              <a:defRPr sz="2850" b="1">
                <a:solidFill>
                  <a:srgbClr val="D9A72E"/>
                </a:solidFill>
              </a:defRPr>
            </a:lvl7pPr>
            <a:lvl8pPr>
              <a:defRPr sz="2850" b="1">
                <a:solidFill>
                  <a:srgbClr val="D9A72E"/>
                </a:solidFill>
              </a:defRPr>
            </a:lvl8pPr>
            <a:lvl9pPr>
              <a:defRPr sz="2850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D9A72E"/>
                </a:solidFill>
              </a:defRPr>
            </a:pPr>
            <a:r>
              <a:rPr sz="2850" b="1">
                <a:solidFill>
                  <a:srgbClr val="D9A72E"/>
                </a:solidFill>
              </a:rPr>
              <a:t>A language survives when people can find their own place inside it.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5BE11D-C842-4E5B-8647-70B92EB65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90875"/>
            <a:ext cx="72390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F3DCCF"/>
                </a:solidFill>
              </a:defRPr>
            </a:defPPr>
            <a:lvl1pPr>
              <a:defRPr sz="1650">
                <a:solidFill>
                  <a:srgbClr val="F3DCCF"/>
                </a:solidFill>
              </a:defRPr>
            </a:lvl1pPr>
            <a:lvl2pPr>
              <a:defRPr sz="1650">
                <a:solidFill>
                  <a:srgbClr val="F3DCCF"/>
                </a:solidFill>
              </a:defRPr>
            </a:lvl2pPr>
            <a:lvl3pPr>
              <a:defRPr sz="1650">
                <a:solidFill>
                  <a:srgbClr val="F3DCCF"/>
                </a:solidFill>
              </a:defRPr>
            </a:lvl3pPr>
            <a:lvl4pPr>
              <a:defRPr sz="1650">
                <a:solidFill>
                  <a:srgbClr val="F3DCCF"/>
                </a:solidFill>
              </a:defRPr>
            </a:lvl4pPr>
            <a:lvl5pPr>
              <a:defRPr sz="1650">
                <a:solidFill>
                  <a:srgbClr val="F3DCCF"/>
                </a:solidFill>
              </a:defRPr>
            </a:lvl5pPr>
            <a:lvl6pPr>
              <a:defRPr sz="1650">
                <a:solidFill>
                  <a:srgbClr val="F3DCCF"/>
                </a:solidFill>
              </a:defRPr>
            </a:lvl6pPr>
            <a:lvl7pPr>
              <a:defRPr sz="1650">
                <a:solidFill>
                  <a:srgbClr val="F3DCCF"/>
                </a:solidFill>
              </a:defRPr>
            </a:lvl7pPr>
            <a:lvl8pPr>
              <a:defRPr sz="1650">
                <a:solidFill>
                  <a:srgbClr val="F3DCCF"/>
                </a:solidFill>
              </a:defRPr>
            </a:lvl8pPr>
            <a:lvl9pPr>
              <a:defRPr sz="1650">
                <a:solidFill>
                  <a:srgbClr val="F3DCCF"/>
                </a:solidFill>
              </a:defRPr>
            </a:lvl9pPr>
          </a:lstStyle>
          <a:p xmlns:a="http://schemas.openxmlformats.org/drawingml/2006/main">
            <a:pPr>
              <a:defRPr sz="1650">
                <a:solidFill>
                  <a:srgbClr val="F3DCCF"/>
                </a:solidFill>
              </a:defRPr>
            </a:pPr>
            <a:r>
              <a:rPr sz="1650">
                <a:solidFill>
                  <a:srgbClr val="F3DCCF"/>
                </a:solidFill>
              </a:rPr>
              <a:t>Our goal is simple: let people from across Karnataka discover a familiar word, understand its story, and hear a real community voice when the evidence is ready.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3BAAA3-6C22-48E8-941B-CDFC0FC2CE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e1e66e268d483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58250" y="1666875"/>
            <a:ext cx="2381250" cy="2381250"/>
          </a:xfrm>
          <a:prstGeom xmlns:a="http://schemas.openxmlformats.org/drawingml/2006/main" prst="roundRect">
            <a:avLst>
              <a:gd name="adj" fmla="val 6400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C805A5-2D05-4438-8E3C-8B42EB11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52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D9A72E"/>
                </a:solidFill>
              </a:defRPr>
            </a:defPPr>
            <a:lvl1pPr>
              <a:defRPr sz="1050" b="1">
                <a:solidFill>
                  <a:srgbClr val="D9A72E"/>
                </a:solidFill>
              </a:defRPr>
            </a:lvl1pPr>
            <a:lvl2pPr>
              <a:defRPr sz="1050" b="1">
                <a:solidFill>
                  <a:srgbClr val="D9A72E"/>
                </a:solidFill>
              </a:defRPr>
            </a:lvl2pPr>
            <a:lvl3pPr>
              <a:defRPr sz="1050" b="1">
                <a:solidFill>
                  <a:srgbClr val="D9A72E"/>
                </a:solidFill>
              </a:defRPr>
            </a:lvl3pPr>
            <a:lvl4pPr>
              <a:defRPr sz="1050" b="1">
                <a:solidFill>
                  <a:srgbClr val="D9A72E"/>
                </a:solidFill>
              </a:defRPr>
            </a:lvl4pPr>
            <a:lvl5pPr>
              <a:defRPr sz="1050" b="1">
                <a:solidFill>
                  <a:srgbClr val="D9A72E"/>
                </a:solidFill>
              </a:defRPr>
            </a:lvl5pPr>
            <a:lvl6pPr>
              <a:defRPr sz="1050" b="1">
                <a:solidFill>
                  <a:srgbClr val="D9A72E"/>
                </a:solidFill>
              </a:defRPr>
            </a:lvl6pPr>
            <a:lvl7pPr>
              <a:defRPr sz="1050" b="1">
                <a:solidFill>
                  <a:srgbClr val="D9A72E"/>
                </a:solidFill>
              </a:defRPr>
            </a:lvl7pPr>
            <a:lvl8pPr>
              <a:defRPr sz="1050" b="1">
                <a:solidFill>
                  <a:srgbClr val="D9A72E"/>
                </a:solidFill>
              </a:defRPr>
            </a:lvl8pPr>
            <a:lvl9pPr>
              <a:defRPr sz="1050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D9A72E"/>
                </a:solidFill>
              </a:defRPr>
            </a:pPr>
            <a:r>
              <a:rPr sz="1050" b="1">
                <a:solidFill>
                  <a:srgbClr val="D9A72E"/>
                </a:solidFill>
              </a:rPr>
              <a:t>Live app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86BA9F-5423-4EEF-A6D6-303E594C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95925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>
                <a:solidFill>
                  <a:srgbClr val="FFFFFF"/>
                </a:solidFill>
              </a:defRPr>
            </a:defPPr>
            <a:lvl1pPr>
              <a:defRPr sz="1350">
                <a:solidFill>
                  <a:srgbClr val="FFFFFF"/>
                </a:solidFill>
              </a:defRPr>
            </a:lvl1pPr>
            <a:lvl2pPr>
              <a:defRPr sz="1350">
                <a:solidFill>
                  <a:srgbClr val="FFFFFF"/>
                </a:solidFill>
              </a:defRPr>
            </a:lvl2pPr>
            <a:lvl3pPr>
              <a:defRPr sz="1350">
                <a:solidFill>
                  <a:srgbClr val="FFFFFF"/>
                </a:solidFill>
              </a:defRPr>
            </a:lvl3pPr>
            <a:lvl4pPr>
              <a:defRPr sz="1350">
                <a:solidFill>
                  <a:srgbClr val="FFFFFF"/>
                </a:solidFill>
              </a:defRPr>
            </a:lvl4pPr>
            <a:lvl5pPr>
              <a:defRPr sz="1350">
                <a:solidFill>
                  <a:srgbClr val="FFFFFF"/>
                </a:solidFill>
              </a:defRPr>
            </a:lvl5pPr>
            <a:lvl6pPr>
              <a:defRPr sz="1350">
                <a:solidFill>
                  <a:srgbClr val="FFFFFF"/>
                </a:solidFill>
              </a:defRPr>
            </a:lvl6pPr>
            <a:lvl7pPr>
              <a:defRPr sz="1350">
                <a:solidFill>
                  <a:srgbClr val="FFFFFF"/>
                </a:solidFill>
              </a:defRPr>
            </a:lvl7pPr>
            <a:lvl8pPr>
              <a:defRPr sz="1350">
                <a:solidFill>
                  <a:srgbClr val="FFFFFF"/>
                </a:solidFill>
              </a:defRPr>
            </a:lvl8pPr>
            <a:lvl9pPr>
              <a:defRPr sz="135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350">
                <a:solidFill>
                  <a:srgbClr val="FFFFFF"/>
                </a:solidFill>
              </a:defRPr>
            </a:pPr>
            <a:r>
              <a:rPr sz="1350">
                <a:solidFill>
                  <a:srgbClr val="FFFFFF"/>
                </a:solidFill>
              </a:rPr>
              <a:t>kannadada-beru.vercel.app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CA150E-6985-4144-9AB8-F7AAEA1A0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219700"/>
            <a:ext cx="152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D9A72E"/>
                </a:solidFill>
              </a:defRPr>
            </a:defPPr>
            <a:lvl1pPr>
              <a:defRPr sz="1050" b="1">
                <a:solidFill>
                  <a:srgbClr val="D9A72E"/>
                </a:solidFill>
              </a:defRPr>
            </a:lvl1pPr>
            <a:lvl2pPr>
              <a:defRPr sz="1050" b="1">
                <a:solidFill>
                  <a:srgbClr val="D9A72E"/>
                </a:solidFill>
              </a:defRPr>
            </a:lvl2pPr>
            <a:lvl3pPr>
              <a:defRPr sz="1050" b="1">
                <a:solidFill>
                  <a:srgbClr val="D9A72E"/>
                </a:solidFill>
              </a:defRPr>
            </a:lvl3pPr>
            <a:lvl4pPr>
              <a:defRPr sz="1050" b="1">
                <a:solidFill>
                  <a:srgbClr val="D9A72E"/>
                </a:solidFill>
              </a:defRPr>
            </a:lvl4pPr>
            <a:lvl5pPr>
              <a:defRPr sz="1050" b="1">
                <a:solidFill>
                  <a:srgbClr val="D9A72E"/>
                </a:solidFill>
              </a:defRPr>
            </a:lvl5pPr>
            <a:lvl6pPr>
              <a:defRPr sz="1050" b="1">
                <a:solidFill>
                  <a:srgbClr val="D9A72E"/>
                </a:solidFill>
              </a:defRPr>
            </a:lvl6pPr>
            <a:lvl7pPr>
              <a:defRPr sz="1050" b="1">
                <a:solidFill>
                  <a:srgbClr val="D9A72E"/>
                </a:solidFill>
              </a:defRPr>
            </a:lvl7pPr>
            <a:lvl8pPr>
              <a:defRPr sz="1050" b="1">
                <a:solidFill>
                  <a:srgbClr val="D9A72E"/>
                </a:solidFill>
              </a:defRPr>
            </a:lvl8pPr>
            <a:lvl9pPr>
              <a:defRPr sz="1050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D9A72E"/>
                </a:solidFill>
              </a:defRPr>
            </a:pPr>
            <a:r>
              <a:rPr sz="1050" b="1">
                <a:solidFill>
                  <a:srgbClr val="D9A72E"/>
                </a:solidFill>
              </a:rPr>
              <a:t>GitHub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C06A2B-6736-40B2-90EC-7A73C9A7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4959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>
                <a:solidFill>
                  <a:srgbClr val="FFFFFF"/>
                </a:solidFill>
              </a:defRPr>
            </a:defPPr>
            <a:lvl1pPr>
              <a:defRPr sz="1350">
                <a:solidFill>
                  <a:srgbClr val="FFFFFF"/>
                </a:solidFill>
              </a:defRPr>
            </a:lvl1pPr>
            <a:lvl2pPr>
              <a:defRPr sz="1350">
                <a:solidFill>
                  <a:srgbClr val="FFFFFF"/>
                </a:solidFill>
              </a:defRPr>
            </a:lvl2pPr>
            <a:lvl3pPr>
              <a:defRPr sz="1350">
                <a:solidFill>
                  <a:srgbClr val="FFFFFF"/>
                </a:solidFill>
              </a:defRPr>
            </a:lvl3pPr>
            <a:lvl4pPr>
              <a:defRPr sz="1350">
                <a:solidFill>
                  <a:srgbClr val="FFFFFF"/>
                </a:solidFill>
              </a:defRPr>
            </a:lvl4pPr>
            <a:lvl5pPr>
              <a:defRPr sz="1350">
                <a:solidFill>
                  <a:srgbClr val="FFFFFF"/>
                </a:solidFill>
              </a:defRPr>
            </a:lvl5pPr>
            <a:lvl6pPr>
              <a:defRPr sz="1350">
                <a:solidFill>
                  <a:srgbClr val="FFFFFF"/>
                </a:solidFill>
              </a:defRPr>
            </a:lvl6pPr>
            <a:lvl7pPr>
              <a:defRPr sz="1350">
                <a:solidFill>
                  <a:srgbClr val="FFFFFF"/>
                </a:solidFill>
              </a:defRPr>
            </a:lvl7pPr>
            <a:lvl8pPr>
              <a:defRPr sz="1350">
                <a:solidFill>
                  <a:srgbClr val="FFFFFF"/>
                </a:solidFill>
              </a:defRPr>
            </a:lvl8pPr>
            <a:lvl9pPr>
              <a:defRPr sz="135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350">
                <a:solidFill>
                  <a:srgbClr val="FFFFFF"/>
                </a:solidFill>
              </a:defRPr>
            </a:pPr>
            <a:r>
              <a:rPr sz="1350">
                <a:solidFill>
                  <a:srgbClr val="FFFFFF"/>
                </a:solidFill>
              </a:rPr>
              <a:t>github.com/DSGAMING98/kannadada-beru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54BEE6-568E-440A-B40B-9DFE3FF8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2935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D9A72E"/>
                </a:solidFill>
              </a:defRPr>
            </a:defPPr>
            <a:lvl1pPr>
              <a:defRPr sz="1350" b="1">
                <a:solidFill>
                  <a:srgbClr val="D9A72E"/>
                </a:solidFill>
              </a:defRPr>
            </a:lvl1pPr>
            <a:lvl2pPr>
              <a:defRPr sz="1350" b="1">
                <a:solidFill>
                  <a:srgbClr val="D9A72E"/>
                </a:solidFill>
              </a:defRPr>
            </a:lvl2pPr>
            <a:lvl3pPr>
              <a:defRPr sz="1350" b="1">
                <a:solidFill>
                  <a:srgbClr val="D9A72E"/>
                </a:solidFill>
              </a:defRPr>
            </a:lvl3pPr>
            <a:lvl4pPr>
              <a:defRPr sz="1350" b="1">
                <a:solidFill>
                  <a:srgbClr val="D9A72E"/>
                </a:solidFill>
              </a:defRPr>
            </a:lvl4pPr>
            <a:lvl5pPr>
              <a:defRPr sz="1350" b="1">
                <a:solidFill>
                  <a:srgbClr val="D9A72E"/>
                </a:solidFill>
              </a:defRPr>
            </a:lvl5pPr>
            <a:lvl6pPr>
              <a:defRPr sz="1350" b="1">
                <a:solidFill>
                  <a:srgbClr val="D9A72E"/>
                </a:solidFill>
              </a:defRPr>
            </a:lvl6pPr>
            <a:lvl7pPr>
              <a:defRPr sz="1350" b="1">
                <a:solidFill>
                  <a:srgbClr val="D9A72E"/>
                </a:solidFill>
              </a:defRPr>
            </a:lvl7pPr>
            <a:lvl8pPr>
              <a:defRPr sz="1350" b="1">
                <a:solidFill>
                  <a:srgbClr val="D9A72E"/>
                </a:solidFill>
              </a:defRPr>
            </a:lvl8pPr>
            <a:lvl9pPr>
              <a:defRPr sz="1350" b="1">
                <a:solidFill>
                  <a:srgbClr val="D9A72E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D9A72E"/>
                </a:solidFill>
              </a:defRPr>
            </a:pPr>
            <a:r>
              <a:rPr sz="1350" b="1">
                <a:solidFill>
                  <a:srgbClr val="D9A72E"/>
                </a:solidFill>
              </a:rPr>
              <a:t>ನಮ್ಮ ನುಡಿ · ನಮ್ಮ ಬೇರು · ನಮ್ಮ ಹೆಮ್ಮೆ</a:t>
            </a:r>
          </a:p>
        </p:txBody>
      </p:sp>
    </p:spTree>
    <p:extLst>
      <p:ext uri="{BB962C8B-B14F-4D97-AF65-F5344CB8AC3E}">
        <p14:creationId xmlns:p14="http://schemas.microsoft.com/office/powerpoint/2010/main" val="9236484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2026-10-22T05:42:03.9860000Z</dcterms:created>
  <dcterms:modified xsi:type="dcterms:W3CDTF">2026-10-22T05:42:03.9860000Z</dcterms:modified>
</coreProperties>
</file>