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68b3de7ae45d7" /><Relationship Type="http://schemas.openxmlformats.org/officeDocument/2006/relationships/extended-properties" Target="/docProps/app.xml" Id="Rad444b8c5f084b9b" /><Relationship Type="http://schemas.openxmlformats.org/officeDocument/2006/relationships/officeDocument" Target="/ppt/presentation.xml" Id="Rd3ea838234954a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0592ea1d546ac"/>
  </p:sldMasterIdLst>
  <p:notesMasterIdLst>
    <p:notesMasterId xmlns:r="http://schemas.openxmlformats.org/officeDocument/2006/relationships" r:id="R97797bb9d8924f7b"/>
  </p:notesMasterIdLst>
  <p:sldIdLst>
    <p:sldId xmlns:r="http://schemas.openxmlformats.org/officeDocument/2006/relationships" id="256" r:id="R3c0c9e8209244fce"/>
    <p:sldId xmlns:r="http://schemas.openxmlformats.org/officeDocument/2006/relationships" id="257" r:id="Rd195cc82404a4d5d"/>
    <p:sldId xmlns:r="http://schemas.openxmlformats.org/officeDocument/2006/relationships" id="258" r:id="R3069d3544c954edd"/>
    <p:sldId xmlns:r="http://schemas.openxmlformats.org/officeDocument/2006/relationships" id="259" r:id="R518cc300906d4bd0"/>
    <p:sldId xmlns:r="http://schemas.openxmlformats.org/officeDocument/2006/relationships" id="260" r:id="Rf010be3ac1d14626"/>
    <p:sldId xmlns:r="http://schemas.openxmlformats.org/officeDocument/2006/relationships" id="261" r:id="R1331f6f0abb64eea"/>
    <p:sldId xmlns:r="http://schemas.openxmlformats.org/officeDocument/2006/relationships" id="262" r:id="R1b356036717f4a82"/>
    <p:sldId xmlns:r="http://schemas.openxmlformats.org/officeDocument/2006/relationships" id="263" r:id="R7a1ffea9cfde4b14"/>
    <p:sldId xmlns:r="http://schemas.openxmlformats.org/officeDocument/2006/relationships" id="264" r:id="R31a30685cd91429c"/>
    <p:sldId xmlns:r="http://schemas.openxmlformats.org/officeDocument/2006/relationships" id="265" r:id="Re6c26f32783f4327"/>
    <p:sldId xmlns:r="http://schemas.openxmlformats.org/officeDocument/2006/relationships" id="266" r:id="R8a414d4c44b74f3e"/>
    <p:sldId xmlns:r="http://schemas.openxmlformats.org/officeDocument/2006/relationships" id="267" r:id="R3b7d90d9ecb74e3a"/>
    <p:sldId xmlns:r="http://schemas.openxmlformats.org/officeDocument/2006/relationships" id="268" r:id="R799c14410ccb43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6b067c63f5482d" /><Relationship Type="http://schemas.openxmlformats.org/officeDocument/2006/relationships/slideMaster" Target="/ppt/slideMasters/slideMaster1.xml" Id="R5390592ea1d546ac" /><Relationship Type="http://schemas.openxmlformats.org/officeDocument/2006/relationships/notesMaster" Target="/ppt/notesMasters/notesMaster1.xml" Id="R97797bb9d8924f7b" /><Relationship Type="http://schemas.openxmlformats.org/officeDocument/2006/relationships/presProps" Target="/ppt/presProps.xml" Id="Red256cb18a5b4a85" /><Relationship Type="http://schemas.openxmlformats.org/officeDocument/2006/relationships/tableStyles" Target="/ppt/tableStyles.xml" Id="R01ab835f53d64256" /><Relationship Type="http://schemas.openxmlformats.org/officeDocument/2006/relationships/slide" Target="/ppt/slides/slide1.xml" Id="R3c0c9e8209244fce" /><Relationship Type="http://schemas.openxmlformats.org/officeDocument/2006/relationships/slide" Target="/ppt/slides/slide2.xml" Id="Rd195cc82404a4d5d" /><Relationship Type="http://schemas.openxmlformats.org/officeDocument/2006/relationships/slide" Target="/ppt/slides/slide3.xml" Id="R3069d3544c954edd" /><Relationship Type="http://schemas.openxmlformats.org/officeDocument/2006/relationships/slide" Target="/ppt/slides/slide4.xml" Id="R518cc300906d4bd0" /><Relationship Type="http://schemas.openxmlformats.org/officeDocument/2006/relationships/slide" Target="/ppt/slides/slide5.xml" Id="Rf010be3ac1d14626" /><Relationship Type="http://schemas.openxmlformats.org/officeDocument/2006/relationships/slide" Target="/ppt/slides/slide6.xml" Id="R1331f6f0abb64eea" /><Relationship Type="http://schemas.openxmlformats.org/officeDocument/2006/relationships/slide" Target="/ppt/slides/slide7.xml" Id="R1b356036717f4a82" /><Relationship Type="http://schemas.openxmlformats.org/officeDocument/2006/relationships/slide" Target="/ppt/slides/slide8.xml" Id="R7a1ffea9cfde4b14" /><Relationship Type="http://schemas.openxmlformats.org/officeDocument/2006/relationships/slide" Target="/ppt/slides/slide9.xml" Id="R31a30685cd91429c" /><Relationship Type="http://schemas.openxmlformats.org/officeDocument/2006/relationships/slide" Target="/ppt/slides/slide10.xml" Id="Re6c26f32783f4327" /><Relationship Type="http://schemas.openxmlformats.org/officeDocument/2006/relationships/slide" Target="/ppt/slides/slide11.xml" Id="R8a414d4c44b74f3e" /><Relationship Type="http://schemas.openxmlformats.org/officeDocument/2006/relationships/slide" Target="/ppt/slides/slide12.xml" Id="R3b7d90d9ecb74e3a" /><Relationship Type="http://schemas.openxmlformats.org/officeDocument/2006/relationships/slide" Target="/ppt/slides/slide13.xml" Id="R799c14410ccb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b66689296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0348b77c2422f" /><Relationship Type="http://schemas.openxmlformats.org/officeDocument/2006/relationships/notesMaster" Target="/ppt/notesMasters/notesMaster1.xml" Id="R9f68137e6fac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f065e44e34c3c" /><Relationship Type="http://schemas.openxmlformats.org/officeDocument/2006/relationships/notesMaster" Target="/ppt/notesMasters/notesMaster1.xml" Id="R2ab87956991547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204d63765f4063" /><Relationship Type="http://schemas.openxmlformats.org/officeDocument/2006/relationships/notesMaster" Target="/ppt/notesMasters/notesMaster1.xml" Id="R0ebd1861c4034d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9d6dff4864798" /><Relationship Type="http://schemas.openxmlformats.org/officeDocument/2006/relationships/notesMaster" Target="/ppt/notesMasters/notesMaster1.xml" Id="R707d6bdf166f41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16779c03e74c4d" /><Relationship Type="http://schemas.openxmlformats.org/officeDocument/2006/relationships/notesMaster" Target="/ppt/notesMasters/notesMaster1.xml" Id="Ra55aee31d95e4f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db1f2696234ce5" /><Relationship Type="http://schemas.openxmlformats.org/officeDocument/2006/relationships/notesMaster" Target="/ppt/notesMasters/notesMaster1.xml" Id="R9c53a135323740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dd84f4ffe34c26" /><Relationship Type="http://schemas.openxmlformats.org/officeDocument/2006/relationships/notesMaster" Target="/ppt/notesMasters/notesMaster1.xml" Id="R04af811aa7f34b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18e2494a894f24" /><Relationship Type="http://schemas.openxmlformats.org/officeDocument/2006/relationships/notesMaster" Target="/ppt/notesMasters/notesMaster1.xml" Id="Ref31a3fdaceb44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7fa711ef4147fc" /><Relationship Type="http://schemas.openxmlformats.org/officeDocument/2006/relationships/notesMaster" Target="/ppt/notesMasters/notesMaster1.xml" Id="Rfc4ea1adbbf842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86fa8f00834eb5" /><Relationship Type="http://schemas.openxmlformats.org/officeDocument/2006/relationships/notesMaster" Target="/ppt/notesMasters/notesMaster1.xml" Id="Rb190e057ab4144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bd19ac4da0434b" /><Relationship Type="http://schemas.openxmlformats.org/officeDocument/2006/relationships/notesMaster" Target="/ppt/notesMasters/notesMaster1.xml" Id="R37350ce5593d4b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e931215bb64c74" /><Relationship Type="http://schemas.openxmlformats.org/officeDocument/2006/relationships/notesMaster" Target="/ppt/notesMasters/notesMaster1.xml" Id="R4b5027d7b40d4a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2710e74a42476c" /><Relationship Type="http://schemas.openxmlformats.org/officeDocument/2006/relationships/notesMaster" Target="/ppt/notesMasters/notesMaster1.xml" Id="Re821a08a812c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idea: Kannada changes across place and community, and the product keeps those stories discoverable without inventing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challenge is not a lack of words. It is the loss of context, ownership and evidence when regional language moves online.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product: https://kannadada-beru.vercel.app/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published regional text sources are Kannada OneIndia (15 June 2010) and The New Indian Express (5 November 2023).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Geography source: DataMeet Community Maps Project, Census 2011 edition. Current district directory links use official Karnataka district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Dictionary: V. Krishna's Alar Kannada-English Dictionary, ODC-ODbL 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framing draws on the 2025 Kannada dialect identification study and A Manual of Modern Kannada.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bundled recording keeps its exact source page, credit, date and licence in the public audio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contribution experience is live at https://kannadada-beru.vercel.app/contribute/audio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five shared meanings, phone recording control, region choice, exact transcript and permission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details: docs/ARCHITECTURE.md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release verification completed on 22 October 2026 across local production and live deployment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 and the project's respect-first standard for regional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4c06bbd1e48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88e24726547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dd4d9022349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16d77bfee4c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a450d3c2a4b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407064c5343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C1275-2152-4F0F-AC1A-03810E567E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1FA12A-B4CF-413F-8C3D-14C0AEA414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A3D81F-A306-4C31-8DC6-99B4DF2DE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94D4A2-00F7-4792-A319-5FF7948CB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A38075-4FCF-481A-AD01-3732622F8B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9FC605-D031-4221-8C58-CA6106D02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9D0D72-BA42-45CD-98D0-3A74570995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59FD1E-AE4F-424D-8D44-A03B71BDC7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136389-AB12-46B6-B082-47E4559E0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205AFE-DCA2-45D5-AEE6-116485D630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797f08d814153" /><Relationship Type="http://schemas.openxmlformats.org/officeDocument/2006/relationships/slideLayout" Target="/ppt/slideLayouts/slideLayout1.xml" Id="Re3a460349a59431a" /><Relationship Type="http://schemas.openxmlformats.org/officeDocument/2006/relationships/slideLayout" Target="/ppt/slideLayouts/slideLayout2.xml" Id="R84ee2ca412ad4963" /><Relationship Type="http://schemas.openxmlformats.org/officeDocument/2006/relationships/slideLayout" Target="/ppt/slideLayouts/slideLayout3.xml" Id="R7ca8b96f940144cd" /><Relationship Type="http://schemas.openxmlformats.org/officeDocument/2006/relationships/slideLayout" Target="/ppt/slideLayouts/slideLayout4.xml" Id="R62d969e03f2f4291" /><Relationship Type="http://schemas.openxmlformats.org/officeDocument/2006/relationships/slideLayout" Target="/ppt/slideLayouts/slideLayout5.xml" Id="R75333866270242eb" /><Relationship Type="http://schemas.openxmlformats.org/officeDocument/2006/relationships/slideLayout" Target="/ppt/slideLayouts/slideLayout6.xml" Id="Rf893bb759dba4e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460349a59431a"/>
    <p:sldLayoutId xmlns:r="http://schemas.openxmlformats.org/officeDocument/2006/relationships" id="2147483650" r:id="R84ee2ca412ad4963"/>
    <p:sldLayoutId xmlns:r="http://schemas.openxmlformats.org/officeDocument/2006/relationships" id="2147483651" r:id="R7ca8b96f940144cd"/>
    <p:sldLayoutId xmlns:r="http://schemas.openxmlformats.org/officeDocument/2006/relationships" id="2147483652" r:id="R62d969e03f2f4291"/>
    <p:sldLayoutId xmlns:r="http://schemas.openxmlformats.org/officeDocument/2006/relationships" id="2147483653" r:id="R75333866270242eb"/>
    <p:sldLayoutId xmlns:r="http://schemas.openxmlformats.org/officeDocument/2006/relationships" id="2147483654" r:id="Rf893bb759dba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6ed44dd20486f" /><Relationship Type="http://schemas.openxmlformats.org/officeDocument/2006/relationships/image" Target="/ppt/media/image.bin" Id="R72312d21eda54e6b" /><Relationship Type="http://schemas.openxmlformats.org/officeDocument/2006/relationships/notesSlide" Target="/ppt/notesSlides/notesSlide1.xml" Id="Rfbaf54eb8609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b01e4ce49447d" /><Relationship Type="http://schemas.openxmlformats.org/officeDocument/2006/relationships/notesSlide" Target="/ppt/notesSlides/notesSlide2.xml" Id="Rbdf35aacefdf4f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2bf4a6f254944" /><Relationship Type="http://schemas.openxmlformats.org/officeDocument/2006/relationships/image" Target="/ppt/media/image.png" Id="R8ccabeebbf5b4fdc" /><Relationship Type="http://schemas.openxmlformats.org/officeDocument/2006/relationships/notesSlide" Target="/ppt/notesSlides/notesSlide3.xml" Id="R56b12d4539d842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8b3a9914c40a1" /><Relationship Type="http://schemas.openxmlformats.org/officeDocument/2006/relationships/image" Target="/ppt/media/image2.png" Id="R05e47544751a47bc" /><Relationship Type="http://schemas.openxmlformats.org/officeDocument/2006/relationships/notesSlide" Target="/ppt/notesSlides/notesSlide4.xml" Id="R92f59d7d1732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325762fef4b29" /><Relationship Type="http://schemas.openxmlformats.org/officeDocument/2006/relationships/image" Target="/ppt/media/image3.png" Id="R4948ce20dff045d4" /><Relationship Type="http://schemas.openxmlformats.org/officeDocument/2006/relationships/notesSlide" Target="/ppt/notesSlides/notesSlide5.xml" Id="R92c702e3b4e040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d409ff6dd4fdf" /><Relationship Type="http://schemas.openxmlformats.org/officeDocument/2006/relationships/image" Target="/ppt/media/image4.png" Id="R4e67c40331794b90" /><Relationship Type="http://schemas.openxmlformats.org/officeDocument/2006/relationships/notesSlide" Target="/ppt/notesSlides/notesSlide6.xml" Id="R18d80a6f6dbb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253b88e80444f" /><Relationship Type="http://schemas.openxmlformats.org/officeDocument/2006/relationships/image" Target="/ppt/media/image5.png" Id="R3b8cb5610299480d" /><Relationship Type="http://schemas.openxmlformats.org/officeDocument/2006/relationships/notesSlide" Target="/ppt/notesSlides/notesSlide7.xml" Id="Rf4641e1d87e040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d77be061546b5" /><Relationship Type="http://schemas.openxmlformats.org/officeDocument/2006/relationships/image" Target="/ppt/media/image6.png" Id="R0a55514517c841b2" /><Relationship Type="http://schemas.openxmlformats.org/officeDocument/2006/relationships/notesSlide" Target="/ppt/notesSlides/notesSlide8.xml" Id="Rd03ec2f6496e45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2b37c54c54986" /><Relationship Type="http://schemas.openxmlformats.org/officeDocument/2006/relationships/notesSlide" Target="/ppt/notesSlides/notesSlide9.xml" Id="R707d2225525447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3e774973a4e54" /><Relationship Type="http://schemas.openxmlformats.org/officeDocument/2006/relationships/image" Target="/ppt/media/image7.png" Id="R8c30cae86d30435f" /><Relationship Type="http://schemas.openxmlformats.org/officeDocument/2006/relationships/notesSlide" Target="/ppt/notesSlides/notesSlide10.xml" Id="R5b048830c9764c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7ad7d80534bb0" /><Relationship Type="http://schemas.openxmlformats.org/officeDocument/2006/relationships/notesSlide" Target="/ppt/notesSlides/notesSlide11.xml" Id="Ra88329d47c2047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7e0ab133c42c1" /><Relationship Type="http://schemas.openxmlformats.org/officeDocument/2006/relationships/notesSlide" Target="/ppt/notesSlides/notesSlide12.xml" Id="Re3dc073aa9d749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f082d39194fc9" /><Relationship Type="http://schemas.openxmlformats.org/officeDocument/2006/relationships/image" Target="/ppt/media/image2.bin" Id="R4d8820d2ef3548de" /><Relationship Type="http://schemas.openxmlformats.org/officeDocument/2006/relationships/notesSlide" Target="/ppt/notesSlides/notesSlide13.xml" Id="R6a0c847953f1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F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1005B-7396-43F9-A91E-7A02447EE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12d21eda54e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6858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9EFC7-F9A3-4B19-9F52-29516324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A72E"/>
                </a:solidFill>
              </a:defRPr>
            </a:defPPr>
            <a:lvl1pPr>
              <a:buNone/>
              <a:defRPr sz="975" b="1">
                <a:solidFill>
                  <a:srgbClr val="D9A72E"/>
                </a:solidFill>
              </a:defRPr>
            </a:lvl1pPr>
            <a:lvl2pPr>
              <a:buNone/>
              <a:defRPr sz="975" b="1">
                <a:solidFill>
                  <a:srgbClr val="D9A72E"/>
                </a:solidFill>
              </a:defRPr>
            </a:lvl2pPr>
            <a:lvl3pPr>
              <a:buNone/>
              <a:defRPr sz="975" b="1">
                <a:solidFill>
                  <a:srgbClr val="D9A72E"/>
                </a:solidFill>
              </a:defRPr>
            </a:lvl3pPr>
            <a:lvl4pPr>
              <a:buNone/>
              <a:defRPr sz="975" b="1">
                <a:solidFill>
                  <a:srgbClr val="D9A72E"/>
                </a:solidFill>
              </a:defRPr>
            </a:lvl4pPr>
            <a:lvl5pPr>
              <a:buNone/>
              <a:defRPr sz="975" b="1">
                <a:solidFill>
                  <a:srgbClr val="D9A72E"/>
                </a:solidFill>
              </a:defRPr>
            </a:lvl5pPr>
            <a:lvl6pPr>
              <a:buNone/>
              <a:defRPr sz="975" b="1">
                <a:solidFill>
                  <a:srgbClr val="D9A72E"/>
                </a:solidFill>
              </a:defRPr>
            </a:lvl6pPr>
            <a:lvl7pPr>
              <a:buNone/>
              <a:defRPr sz="975" b="1">
                <a:solidFill>
                  <a:srgbClr val="D9A72E"/>
                </a:solidFill>
              </a:defRPr>
            </a:lvl7pPr>
            <a:lvl8pPr>
              <a:buNone/>
              <a:defRPr sz="975" b="1">
                <a:solidFill>
                  <a:srgbClr val="D9A72E"/>
                </a:solidFill>
              </a:defRPr>
            </a:lvl8pPr>
            <a:lvl9pPr>
              <a:buNone/>
              <a:defRPr sz="975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D9A72E"/>
                </a:solidFill>
              </a:defRPr>
            </a:pPr>
            <a:r>
              <a:rPr sz="975" b="1">
                <a:solidFill>
                  <a:srgbClr val="D9A72E"/>
                </a:solidFill>
              </a:rPr>
              <a:t>PS04 · NAMMA KANNADA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0F029-604A-42D4-BDC4-EB84129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</a:defRPr>
            </a:defPPr>
            <a:lvl1pPr>
              <a:buNone/>
              <a:defRPr sz="4950" b="1">
                <a:solidFill>
                  <a:srgbClr val="FFFFFF"/>
                </a:solidFill>
              </a:defRPr>
            </a:lvl1pPr>
            <a:lvl2pPr>
              <a:buNone/>
              <a:defRPr sz="4950" b="1">
                <a:solidFill>
                  <a:srgbClr val="FFFFFF"/>
                </a:solidFill>
              </a:defRPr>
            </a:lvl2pPr>
            <a:lvl3pPr>
              <a:buNone/>
              <a:defRPr sz="4950" b="1">
                <a:solidFill>
                  <a:srgbClr val="FFFFFF"/>
                </a:solidFill>
              </a:defRPr>
            </a:lvl3pPr>
            <a:lvl4pPr>
              <a:buNone/>
              <a:defRPr sz="4950" b="1">
                <a:solidFill>
                  <a:srgbClr val="FFFFFF"/>
                </a:solidFill>
              </a:defRPr>
            </a:lvl4pPr>
            <a:lvl5pPr>
              <a:buNone/>
              <a:defRPr sz="4950" b="1">
                <a:solidFill>
                  <a:srgbClr val="FFFFFF"/>
                </a:solidFill>
              </a:defRPr>
            </a:lvl5pPr>
            <a:lvl6pPr>
              <a:buNone/>
              <a:defRPr sz="4950" b="1">
                <a:solidFill>
                  <a:srgbClr val="FFFFFF"/>
                </a:solidFill>
              </a:defRPr>
            </a:lvl6pPr>
            <a:lvl7pPr>
              <a:buNone/>
              <a:defRPr sz="4950" b="1">
                <a:solidFill>
                  <a:srgbClr val="FFFFFF"/>
                </a:solidFill>
              </a:defRPr>
            </a:lvl7pPr>
            <a:lvl8pPr>
              <a:buNone/>
              <a:defRPr sz="4950" b="1">
                <a:solidFill>
                  <a:srgbClr val="FFFFFF"/>
                </a:solidFill>
              </a:defRPr>
            </a:lvl8pPr>
            <a:lvl9pPr>
              <a:buNone/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ಕನ್ನಡದ ಬೇರು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DC45A-FEFA-4343-8883-DE5246A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  <a:lvl1pPr>
              <a:buNone/>
              <a:defRPr sz="2850" b="1">
                <a:solidFill>
                  <a:srgbClr val="FFFFFF"/>
                </a:solidFill>
              </a:defRPr>
            </a:lvl1pPr>
            <a:lvl2pPr>
              <a:buNone/>
              <a:defRPr sz="2850" b="1">
                <a:solidFill>
                  <a:srgbClr val="FFFFFF"/>
                </a:solidFill>
              </a:defRPr>
            </a:lvl2pPr>
            <a:lvl3pPr>
              <a:buNone/>
              <a:defRPr sz="2850" b="1">
                <a:solidFill>
                  <a:srgbClr val="FFFFFF"/>
                </a:solidFill>
              </a:defRPr>
            </a:lvl3pPr>
            <a:lvl4pPr>
              <a:buNone/>
              <a:defRPr sz="2850" b="1">
                <a:solidFill>
                  <a:srgbClr val="FFFFFF"/>
                </a:solidFill>
              </a:defRPr>
            </a:lvl4pPr>
            <a:lvl5pPr>
              <a:buNone/>
              <a:defRPr sz="2850" b="1">
                <a:solidFill>
                  <a:srgbClr val="FFFFFF"/>
                </a:solidFill>
              </a:defRPr>
            </a:lvl5pPr>
            <a:lvl6pPr>
              <a:buNone/>
              <a:defRPr sz="2850" b="1">
                <a:solidFill>
                  <a:srgbClr val="FFFFFF"/>
                </a:solidFill>
              </a:defRPr>
            </a:lvl6pPr>
            <a:lvl7pPr>
              <a:buNone/>
              <a:defRPr sz="2850" b="1">
                <a:solidFill>
                  <a:srgbClr val="FFFFFF"/>
                </a:solidFill>
              </a:defRPr>
            </a:lvl7pPr>
            <a:lvl8pPr>
              <a:buNone/>
              <a:defRPr sz="2850" b="1">
                <a:solidFill>
                  <a:srgbClr val="FFFFFF"/>
                </a:solidFill>
              </a:defRPr>
            </a:lvl8pPr>
            <a:lvl9pPr>
              <a:buNone/>
              <a:defRPr sz="28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Kannadada Beru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370CD-4A76-4A10-85DC-127452D7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F3DCCF"/>
                </a:solidFill>
              </a:defRPr>
            </a:defPPr>
            <a:lvl1pPr>
              <a:buNone/>
              <a:defRPr sz="1650">
                <a:solidFill>
                  <a:srgbClr val="F3DCCF"/>
                </a:solidFill>
              </a:defRPr>
            </a:lvl1pPr>
            <a:lvl2pPr>
              <a:buNone/>
              <a:defRPr sz="1650">
                <a:solidFill>
                  <a:srgbClr val="F3DCCF"/>
                </a:solidFill>
              </a:defRPr>
            </a:lvl2pPr>
            <a:lvl3pPr>
              <a:buNone/>
              <a:defRPr sz="1650">
                <a:solidFill>
                  <a:srgbClr val="F3DCCF"/>
                </a:solidFill>
              </a:defRPr>
            </a:lvl3pPr>
            <a:lvl4pPr>
              <a:buNone/>
              <a:defRPr sz="1650">
                <a:solidFill>
                  <a:srgbClr val="F3DCCF"/>
                </a:solidFill>
              </a:defRPr>
            </a:lvl4pPr>
            <a:lvl5pPr>
              <a:buNone/>
              <a:defRPr sz="1650">
                <a:solidFill>
                  <a:srgbClr val="F3DCCF"/>
                </a:solidFill>
              </a:defRPr>
            </a:lvl5pPr>
            <a:lvl6pPr>
              <a:buNone/>
              <a:defRPr sz="1650">
                <a:solidFill>
                  <a:srgbClr val="F3DCCF"/>
                </a:solidFill>
              </a:defRPr>
            </a:lvl6pPr>
            <a:lvl7pPr>
              <a:buNone/>
              <a:defRPr sz="1650">
                <a:solidFill>
                  <a:srgbClr val="F3DCCF"/>
                </a:solidFill>
              </a:defRPr>
            </a:lvl7pPr>
            <a:lvl8pPr>
              <a:buNone/>
              <a:defRPr sz="1650">
                <a:solidFill>
                  <a:srgbClr val="F3DCCF"/>
                </a:solidFill>
              </a:defRPr>
            </a:lvl8pPr>
            <a:lvl9pPr>
              <a:buNone/>
              <a:defRPr sz="1650">
                <a:solidFill>
                  <a:srgbClr val="F3DCCF"/>
                </a:solidFill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3DCCF"/>
                </a:solidFill>
              </a:defRPr>
            </a:pPr>
            <a:r>
              <a:rPr sz="1650">
                <a:solidFill>
                  <a:srgbClr val="F3DCCF"/>
                </a:solidFill>
              </a:rPr>
              <a:t>A regional language explorer where words remain connected to place, people, meaning and permission.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23F68-2855-48D3-940E-0E06D6F3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D9A72E"/>
                </a:solidFill>
              </a:defRPr>
            </a:defPPr>
            <a:lvl1pPr>
              <a:buNone/>
              <a:defRPr sz="1575" b="1">
                <a:solidFill>
                  <a:srgbClr val="D9A72E"/>
                </a:solidFill>
              </a:defRPr>
            </a:lvl1pPr>
            <a:lvl2pPr>
              <a:buNone/>
              <a:defRPr sz="1575" b="1">
                <a:solidFill>
                  <a:srgbClr val="D9A72E"/>
                </a:solidFill>
              </a:defRPr>
            </a:lvl2pPr>
            <a:lvl3pPr>
              <a:buNone/>
              <a:defRPr sz="1575" b="1">
                <a:solidFill>
                  <a:srgbClr val="D9A72E"/>
                </a:solidFill>
              </a:defRPr>
            </a:lvl3pPr>
            <a:lvl4pPr>
              <a:buNone/>
              <a:defRPr sz="1575" b="1">
                <a:solidFill>
                  <a:srgbClr val="D9A72E"/>
                </a:solidFill>
              </a:defRPr>
            </a:lvl4pPr>
            <a:lvl5pPr>
              <a:buNone/>
              <a:defRPr sz="1575" b="1">
                <a:solidFill>
                  <a:srgbClr val="D9A72E"/>
                </a:solidFill>
              </a:defRPr>
            </a:lvl5pPr>
            <a:lvl6pPr>
              <a:buNone/>
              <a:defRPr sz="1575" b="1">
                <a:solidFill>
                  <a:srgbClr val="D9A72E"/>
                </a:solidFill>
              </a:defRPr>
            </a:lvl6pPr>
            <a:lvl7pPr>
              <a:buNone/>
              <a:defRPr sz="1575" b="1">
                <a:solidFill>
                  <a:srgbClr val="D9A72E"/>
                </a:solidFill>
              </a:defRPr>
            </a:lvl7pPr>
            <a:lvl8pPr>
              <a:buNone/>
              <a:defRPr sz="1575" b="1">
                <a:solidFill>
                  <a:srgbClr val="D9A72E"/>
                </a:solidFill>
              </a:defRPr>
            </a:lvl8pPr>
            <a:lvl9pPr>
              <a:buNone/>
              <a:defRPr sz="1575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D9A72E"/>
                </a:solidFill>
              </a:defRPr>
            </a:pPr>
            <a:r>
              <a:rPr sz="1575" b="1">
                <a:solidFill>
                  <a:srgbClr val="D9A72E"/>
                </a:solidFill>
              </a:rPr>
              <a:t>ಪ್ರತಿಯೊಂದು ನುಡಿಗೂ ಕಥೆಯಿದೆ. ಪ್ರತಿಯೊಂದು ಕಥೆಗೂ ನೆಲವಿದೆ.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F01BB-2C2A-4B19-9351-51689EDD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DCC8BD"/>
                </a:solidFill>
              </a:defRPr>
            </a:defPPr>
            <a:lvl1pPr>
              <a:buNone/>
              <a:defRPr sz="975">
                <a:solidFill>
                  <a:srgbClr val="DCC8BD"/>
                </a:solidFill>
              </a:defRPr>
            </a:lvl1pPr>
            <a:lvl2pPr>
              <a:buNone/>
              <a:defRPr sz="975">
                <a:solidFill>
                  <a:srgbClr val="DCC8BD"/>
                </a:solidFill>
              </a:defRPr>
            </a:lvl2pPr>
            <a:lvl3pPr>
              <a:buNone/>
              <a:defRPr sz="975">
                <a:solidFill>
                  <a:srgbClr val="DCC8BD"/>
                </a:solidFill>
              </a:defRPr>
            </a:lvl3pPr>
            <a:lvl4pPr>
              <a:buNone/>
              <a:defRPr sz="975">
                <a:solidFill>
                  <a:srgbClr val="DCC8BD"/>
                </a:solidFill>
              </a:defRPr>
            </a:lvl4pPr>
            <a:lvl5pPr>
              <a:buNone/>
              <a:defRPr sz="975">
                <a:solidFill>
                  <a:srgbClr val="DCC8BD"/>
                </a:solidFill>
              </a:defRPr>
            </a:lvl5pPr>
            <a:lvl6pPr>
              <a:buNone/>
              <a:defRPr sz="975">
                <a:solidFill>
                  <a:srgbClr val="DCC8BD"/>
                </a:solidFill>
              </a:defRPr>
            </a:lvl6pPr>
            <a:lvl7pPr>
              <a:buNone/>
              <a:defRPr sz="975">
                <a:solidFill>
                  <a:srgbClr val="DCC8BD"/>
                </a:solidFill>
              </a:defRPr>
            </a:lvl7pPr>
            <a:lvl8pPr>
              <a:buNone/>
              <a:defRPr sz="975">
                <a:solidFill>
                  <a:srgbClr val="DCC8BD"/>
                </a:solidFill>
              </a:defRPr>
            </a:lvl8pPr>
            <a:lvl9pPr>
              <a:buNone/>
              <a:defRPr sz="975">
                <a:solidFill>
                  <a:srgbClr val="DCC8BD"/>
                </a:solidFill>
              </a:defRPr>
            </a:lvl9pPr>
          </a:lstStyle>
          <a:p xmlns:a="http://schemas.openxmlformats.org/drawingml/2006/main">
            <a:pPr>
              <a:buNone/>
              <a:defRPr sz="975">
                <a:solidFill>
                  <a:srgbClr val="DCC8BD"/>
                </a:solidFill>
              </a:defRPr>
            </a:pPr>
            <a:r>
              <a:rPr sz="975">
                <a:solidFill>
                  <a:srgbClr val="DCC8BD"/>
                </a:solidFill>
              </a:rPr>
              <a:t>PS04 hackathon submission · October 2026</a:t>
            </a:r>
          </a:p>
        </p:txBody>
      </p:sp>
    </p:spTree>
    <p:extLst>
      <p:ext uri="{BB962C8B-B14F-4D97-AF65-F5344CB8AC3E}">
        <p14:creationId xmlns:p14="http://schemas.microsoft.com/office/powerpoint/2010/main" val="730557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45AEF-F84A-4091-9519-3F949C96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525FD-1682-4E14-8BFE-1CEA4B7E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Regional Kannada lives in memory, not in one searchable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DBF5B-B34A-46A7-B03C-8E76A0F6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A language explorer must show difference without reducing it to stereotypes.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8B5E7-699A-43E5-8961-D7EB5BF5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6989C-DF66-42A0-97FB-626A9517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129F0-11F9-4CF5-9A33-49C88298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1B684-8D51-4335-B8B8-1DA0F5A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Scattered knowledge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EE48F-A7FE-4865-BFC9-7A35F49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Words and expressions live across families, local publications, dictionaries and spoken memory.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317C0-FE1C-4F3F-A85C-43ADC4A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FE3B0-26CA-4E49-8C53-6BAE8D9F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solidFill>
              <a:srgbClr val="D9A72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8E02A-4334-48D0-A95F-791DC0A9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A72E"/>
                </a:solidFill>
              </a:defRPr>
            </a:defPPr>
            <a:lvl1pPr>
              <a:buNone/>
              <a:defRPr sz="1500" b="1">
                <a:solidFill>
                  <a:srgbClr val="D9A72E"/>
                </a:solidFill>
              </a:defRPr>
            </a:lvl1pPr>
            <a:lvl2pPr>
              <a:buNone/>
              <a:defRPr sz="1500" b="1">
                <a:solidFill>
                  <a:srgbClr val="D9A72E"/>
                </a:solidFill>
              </a:defRPr>
            </a:lvl2pPr>
            <a:lvl3pPr>
              <a:buNone/>
              <a:defRPr sz="1500" b="1">
                <a:solidFill>
                  <a:srgbClr val="D9A72E"/>
                </a:solidFill>
              </a:defRPr>
            </a:lvl3pPr>
            <a:lvl4pPr>
              <a:buNone/>
              <a:defRPr sz="1500" b="1">
                <a:solidFill>
                  <a:srgbClr val="D9A72E"/>
                </a:solidFill>
              </a:defRPr>
            </a:lvl4pPr>
            <a:lvl5pPr>
              <a:buNone/>
              <a:defRPr sz="1500" b="1">
                <a:solidFill>
                  <a:srgbClr val="D9A72E"/>
                </a:solidFill>
              </a:defRPr>
            </a:lvl5pPr>
            <a:lvl6pPr>
              <a:buNone/>
              <a:defRPr sz="1500" b="1">
                <a:solidFill>
                  <a:srgbClr val="D9A72E"/>
                </a:solidFill>
              </a:defRPr>
            </a:lvl6pPr>
            <a:lvl7pPr>
              <a:buNone/>
              <a:defRPr sz="1500" b="1">
                <a:solidFill>
                  <a:srgbClr val="D9A72E"/>
                </a:solidFill>
              </a:defRPr>
            </a:lvl7pPr>
            <a:lvl8pPr>
              <a:buNone/>
              <a:defRPr sz="1500" b="1">
                <a:solidFill>
                  <a:srgbClr val="D9A72E"/>
                </a:solidFill>
              </a:defRPr>
            </a:lvl8pPr>
            <a:lvl9pPr>
              <a:buNone/>
              <a:defRPr sz="15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A72E"/>
                </a:solidFill>
              </a:defRPr>
            </a:pPr>
            <a:r>
              <a:rPr sz="1500" b="1">
                <a:solidFill>
                  <a:srgbClr val="D9A72E"/>
                </a:solidFill>
              </a:rPr>
              <a:t>Context gets lost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255B9-5473-411E-B52F-79ED81A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575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A word without locality, meaning and cultural setting can easily become a misleading regional claim.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748E1-D682-4520-BF2F-4CC87D71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D825-7CBA-4232-854A-44AB257A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1C30E-A4F0-45B2-A2FD-C93051F3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Voices need consent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E96C3-6FAE-48BA-8FE5-E5E8CE19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District metadata helps discovery, but it cannot prove native variety or public recording rights by itself.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83601-A5B2-41DC-ABFB-972132FC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8F1933"/>
                </a:solidFill>
              </a:defRPr>
            </a:defPPr>
            <a:lvl1pPr algn="ctr">
              <a:buNone/>
              <a:defRPr sz="1875" b="1">
                <a:solidFill>
                  <a:srgbClr val="8F1933"/>
                </a:solidFill>
              </a:defRPr>
            </a:lvl1pPr>
            <a:lvl2pPr algn="ctr">
              <a:buNone/>
              <a:defRPr sz="1875" b="1">
                <a:solidFill>
                  <a:srgbClr val="8F1933"/>
                </a:solidFill>
              </a:defRPr>
            </a:lvl2pPr>
            <a:lvl3pPr algn="ctr">
              <a:buNone/>
              <a:defRPr sz="1875" b="1">
                <a:solidFill>
                  <a:srgbClr val="8F1933"/>
                </a:solidFill>
              </a:defRPr>
            </a:lvl3pPr>
            <a:lvl4pPr algn="ctr">
              <a:buNone/>
              <a:defRPr sz="1875" b="1">
                <a:solidFill>
                  <a:srgbClr val="8F1933"/>
                </a:solidFill>
              </a:defRPr>
            </a:lvl4pPr>
            <a:lvl5pPr algn="ctr">
              <a:buNone/>
              <a:defRPr sz="1875" b="1">
                <a:solidFill>
                  <a:srgbClr val="8F1933"/>
                </a:solidFill>
              </a:defRPr>
            </a:lvl5pPr>
            <a:lvl6pPr algn="ctr">
              <a:buNone/>
              <a:defRPr sz="1875" b="1">
                <a:solidFill>
                  <a:srgbClr val="8F1933"/>
                </a:solidFill>
              </a:defRPr>
            </a:lvl6pPr>
            <a:lvl7pPr algn="ctr">
              <a:buNone/>
              <a:defRPr sz="1875" b="1">
                <a:solidFill>
                  <a:srgbClr val="8F1933"/>
                </a:solidFill>
              </a:defRPr>
            </a:lvl7pPr>
            <a:lvl8pPr algn="ctr">
              <a:buNone/>
              <a:defRPr sz="1875" b="1">
                <a:solidFill>
                  <a:srgbClr val="8F1933"/>
                </a:solidFill>
              </a:defRPr>
            </a:lvl8pPr>
            <a:lvl9pPr algn="ctr">
              <a:buNone/>
              <a:defRPr sz="1875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8F1933"/>
                </a:solidFill>
              </a:defRPr>
            </a:pPr>
            <a:r>
              <a:rPr sz="1875" b="1">
                <a:solidFill>
                  <a:srgbClr val="8F1933"/>
                </a:solidFill>
              </a:rPr>
              <a:t>Our answer: preserve the relationship between language, land and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DCE62-EE13-4C45-A6EC-0B28D7F9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253FC-8DB0-4E1F-ACC7-4F6E4D8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1414682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DC0DE-FCC5-4C3F-B53D-52B7E6EE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479A5-0072-4183-A119-21468A0D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One journey from place to word to 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673F8-2849-4031-B15B-904AC7EE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The homepage now leads directly to the most distinctive regional-language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0860C-D6D7-463D-AC5E-AD6D2A2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AE481-7EAB-4EE1-9A84-42C2ED997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abeebbf5b4fdc"/>
          <a:srcRect xmlns:a="http://schemas.openxmlformats.org/drawingml/2006/main" l="0" t="5077" r="0" b="5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81250"/>
            <a:ext cx="6191250" cy="3476625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D52F-1004-4025-B281-04485D4C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171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51824-DF5B-475C-8D9F-42E5704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59107-ED40-4B64-A686-490B4B9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Judge journey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127D7-81D4-4906-AF67-12046E21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369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Home → Many Living Voices → district or region → comparison → Pada Beru → contribution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C599-2DCC-4767-BF31-D8F53F61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41719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B1BDC-710A-49E4-9764-C0F2BC6A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CE2BB-D2C1-4862-8A1A-2BBDD86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053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Kannada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BBB4A-6C7F-4122-83BA-546CD13F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81550"/>
            <a:ext cx="3695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Kannada leads the interface. English and Romanization make the experience accessible without replacing the language.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1624A-084D-48E8-8B27-B6138F0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5A124-E348-411B-B024-8C30F58C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1452454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042E8-81CF-4350-927F-C5FB9A4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FLAGSHIP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4F881-C257-452E-A5D7-2013BDF1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ಒಂದೇ ಕನ್ನಡ · ಹಲವು ಬದುಕಿನ ನುಡಿಗಳು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4149E-9AF2-4388-9581-B346FD5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One Kannada · many living voices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099F6-AA14-454E-B244-7381D6C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CD402-F185-42ED-B56F-73EA8394E2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47544751a47bc"/>
          <a:srcRect xmlns:a="http://schemas.openxmlformats.org/drawingml/2006/main" l="0" t="4783" r="0" b="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86000"/>
            <a:ext cx="65722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A4190-F5F3-4EF0-A2E6-4EFBD77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38671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CE549-FE41-43B2-9CA1-862FDE6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5A6A7-C28B-4CAF-8222-3109D63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12 General Kannada voices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5A967-0DFE-4BC5-B0D4-2FDE0965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390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Each local OGG keeps its Commons source, speaker, date, CC0 licence and checksums. No speaker region is claimed.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65133-2AE0-48E4-BAEF-66E03659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91000"/>
            <a:ext cx="3867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EE93C-BE28-4100-9F8D-E1175C96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910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50DAB-E621-4684-8868-8BFEB310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5 regional voice prompts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2A00C-3DF4-4FF0-A4FA-AAB2B2E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76800"/>
            <a:ext cx="3390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Mysuru, Dharwad and Kalaburagi speakers can record the same five meanings in their natural regional Kannada.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2122F-594B-4E63-A6C5-A7EA3AF9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B74B8-4EC6-487E-9BFF-CF0A4BBA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879267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41E93-CEC7-484D-A046-85ADBDAC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EXPLORE KARNATAKA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47F7E-4E1E-49F5-A751-E115D581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Every district opens into a bilingual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77D9C-30C7-49D4-90DE-E6DDB7E8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All 31 current Karnataka districts connect history, culture, places and the wider language landscape.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577DD-A6D0-44E0-8C95-95DA4224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E65E5-E01E-48BC-8AF2-B3B5D0919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8ce20dff045d4"/>
          <a:stretch xmlns:a="http://schemas.openxmlformats.org/drawingml/2006/main"/>
        </p:blipFill>
        <p:spPr>
          <a:xfrm xmlns:a="http://schemas.openxmlformats.org/drawingml/2006/main">
            <a:off x="1703184" y="2190750"/>
            <a:ext cx="1965732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235BB-6DFC-47B9-AD6A-44D67C53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24100"/>
            <a:ext cx="2952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80E54-8DA5-44D8-8AA2-D605C482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2410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20327-10DA-4632-A366-20E1341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33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31 district profiles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127EE-D463-483D-88C6-30025EA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0990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Kannada and English history, local character, three places to explore, official government link and regional-language pathways.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9A4B8-77BC-4FCF-A448-C533B2E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AA2B2-CAD6-44A7-A4C9-31B87F3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solidFill>
              <a:srgbClr val="D9A72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19A6C-0E8D-49AB-9AAD-94171E5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36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A72E"/>
                </a:solidFill>
              </a:defRPr>
            </a:defPPr>
            <a:lvl1pPr>
              <a:buNone/>
              <a:defRPr sz="1500" b="1">
                <a:solidFill>
                  <a:srgbClr val="D9A72E"/>
                </a:solidFill>
              </a:defRPr>
            </a:lvl1pPr>
            <a:lvl2pPr>
              <a:buNone/>
              <a:defRPr sz="1500" b="1">
                <a:solidFill>
                  <a:srgbClr val="D9A72E"/>
                </a:solidFill>
              </a:defRPr>
            </a:lvl2pPr>
            <a:lvl3pPr>
              <a:buNone/>
              <a:defRPr sz="1500" b="1">
                <a:solidFill>
                  <a:srgbClr val="D9A72E"/>
                </a:solidFill>
              </a:defRPr>
            </a:lvl3pPr>
            <a:lvl4pPr>
              <a:buNone/>
              <a:defRPr sz="1500" b="1">
                <a:solidFill>
                  <a:srgbClr val="D9A72E"/>
                </a:solidFill>
              </a:defRPr>
            </a:lvl4pPr>
            <a:lvl5pPr>
              <a:buNone/>
              <a:defRPr sz="1500" b="1">
                <a:solidFill>
                  <a:srgbClr val="D9A72E"/>
                </a:solidFill>
              </a:defRPr>
            </a:lvl5pPr>
            <a:lvl6pPr>
              <a:buNone/>
              <a:defRPr sz="1500" b="1">
                <a:solidFill>
                  <a:srgbClr val="D9A72E"/>
                </a:solidFill>
              </a:defRPr>
            </a:lvl6pPr>
            <a:lvl7pPr>
              <a:buNone/>
              <a:defRPr sz="1500" b="1">
                <a:solidFill>
                  <a:srgbClr val="D9A72E"/>
                </a:solidFill>
              </a:defRPr>
            </a:lvl7pPr>
            <a:lvl8pPr>
              <a:buNone/>
              <a:defRPr sz="1500" b="1">
                <a:solidFill>
                  <a:srgbClr val="D9A72E"/>
                </a:solidFill>
              </a:defRPr>
            </a:lvl8pPr>
            <a:lvl9pPr>
              <a:buNone/>
              <a:defRPr sz="15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A72E"/>
                </a:solidFill>
              </a:defRPr>
            </a:pPr>
            <a:r>
              <a:rPr sz="1500" b="1">
                <a:solidFill>
                  <a:srgbClr val="D9A72E"/>
                </a:solidFill>
              </a:rPr>
              <a:t>Map with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2F033-A89B-4808-A511-35B92BEE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2647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The bundled Census 2011 geography supports navigation and is never presented as a dialect boundary.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5DCB8-3C60-4793-82F1-FAC020E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33875"/>
            <a:ext cx="63150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1DE20-5B12-4A04-B85D-2C1A7765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3387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A463B-2174-4D70-9071-C4594073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543425"/>
            <a:ext cx="583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A complete visitor journey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5DED0-87A8-4ADC-A05D-E8279FD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19675"/>
            <a:ext cx="5838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District pages lead back into regional words and voices instead of ending at an external government website.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0B6D1-DA49-4966-AD3A-05817E0B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A77BF-289E-4B74-A195-A178FF4C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17109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69FD7-28F4-4028-8DA9-31E8ADED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LANGUAGE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AB524-D933-49AA-AC02-645C8F16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156,650 Kannada-English entries without a heavy download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646E8-21FB-43BE-BC4E-8412F8E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The open Alar dictionary is split into 50 Kannada-initial shards and loaded on demand.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E3B65-1F66-4184-BE42-69D0F89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1E91C-ECF8-4EEB-8E76-1DC62B9ED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7c40331794b90"/>
          <a:srcRect xmlns:a="http://schemas.openxmlformats.org/drawingml/2006/main" l="0" t="4783" r="0" b="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38375"/>
            <a:ext cx="65722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99BFA-364F-40FB-8FF8-13DBA391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3867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AA74E-A1F2-4FA1-A3C2-569C46D0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E44FA-D11C-425E-BBF0-8D140A4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Search three ways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B4A1A-6449-4461-BD20-98175E3E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Kannada script, Romanized Kannada and English meaning.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53CC5-4B58-4EF4-B7DE-BA066028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3867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51114-64D4-46FD-A230-3F933777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solidFill>
              <a:srgbClr val="D9A72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B60C9-3237-4F19-9630-EEEEFD14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A72E"/>
                </a:solidFill>
              </a:defRPr>
            </a:defPPr>
            <a:lvl1pPr>
              <a:buNone/>
              <a:defRPr sz="1500" b="1">
                <a:solidFill>
                  <a:srgbClr val="D9A72E"/>
                </a:solidFill>
              </a:defRPr>
            </a:lvl1pPr>
            <a:lvl2pPr>
              <a:buNone/>
              <a:defRPr sz="1500" b="1">
                <a:solidFill>
                  <a:srgbClr val="D9A72E"/>
                </a:solidFill>
              </a:defRPr>
            </a:lvl2pPr>
            <a:lvl3pPr>
              <a:buNone/>
              <a:defRPr sz="1500" b="1">
                <a:solidFill>
                  <a:srgbClr val="D9A72E"/>
                </a:solidFill>
              </a:defRPr>
            </a:lvl3pPr>
            <a:lvl4pPr>
              <a:buNone/>
              <a:defRPr sz="1500" b="1">
                <a:solidFill>
                  <a:srgbClr val="D9A72E"/>
                </a:solidFill>
              </a:defRPr>
            </a:lvl4pPr>
            <a:lvl5pPr>
              <a:buNone/>
              <a:defRPr sz="1500" b="1">
                <a:solidFill>
                  <a:srgbClr val="D9A72E"/>
                </a:solidFill>
              </a:defRPr>
            </a:lvl5pPr>
            <a:lvl6pPr>
              <a:buNone/>
              <a:defRPr sz="1500" b="1">
                <a:solidFill>
                  <a:srgbClr val="D9A72E"/>
                </a:solidFill>
              </a:defRPr>
            </a:lvl6pPr>
            <a:lvl7pPr>
              <a:buNone/>
              <a:defRPr sz="1500" b="1">
                <a:solidFill>
                  <a:srgbClr val="D9A72E"/>
                </a:solidFill>
              </a:defRPr>
            </a:lvl7pPr>
            <a:lvl8pPr>
              <a:buNone/>
              <a:defRPr sz="1500" b="1">
                <a:solidFill>
                  <a:srgbClr val="D9A72E"/>
                </a:solidFill>
              </a:defRPr>
            </a:lvl8pPr>
            <a:lvl9pPr>
              <a:buNone/>
              <a:defRPr sz="15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A72E"/>
                </a:solidFill>
              </a:defRPr>
            </a:pPr>
            <a:r>
              <a:rPr sz="1500" b="1">
                <a:solidFill>
                  <a:srgbClr val="D9A72E"/>
                </a:solidFill>
              </a:rPr>
              <a:t>139,991 headwords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21DD4-E5F5-4159-B371-BFCD278E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247,674 English definitions with direct source links.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9D122-E6C0-49B0-9FBA-805A03B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33950"/>
            <a:ext cx="3867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34A13-7678-4AAC-8EE9-E0B8B78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339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3A272-571A-4928-8740-6C30AB2E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Clear evidence 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97347-C4D3-4530-8965-EC3E421E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3390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General dictionary entries never become regional claims through guesswork.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5DBB1-123D-4D07-B056-10BB581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834D8-AA84-4F13-908D-DEFDB58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970355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B9A43-FD3F-47FE-B95E-6D90F237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REGIONAL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AB84F-5C28-4BE2-A8E9-9F7D5A48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Compare without flattening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DB845-459A-4AF6-A227-BDEDB552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Two regional portraits sit side by side with geography, culture, documented usage, sources and voice counts.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6A76F-97CD-4B78-BFF6-12E1BA3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50DAD-E5F1-4AFC-92F6-58FEF3FD8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cb5610299480d"/>
          <a:srcRect xmlns:a="http://schemas.openxmlformats.org/drawingml/2006/main" l="0" t="36666" r="0" b="36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09800"/>
            <a:ext cx="74295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1115F-FC80-4B25-905B-157808CE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30289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B4A27-76F2-448E-B7ED-0E1F7CC6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DB196-A57B-4382-BB44-C8B2CCFB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Four careful discovery regions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F4DF3-63F9-4230-A95B-2B7C06F4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Old Mysuru, North Karnataka, Coastal Karnataka and Kalyana Karnataka.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267FA-9038-463D-915C-C824B7E3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30289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74203-156D-4694-BE9D-2B3E6FF5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6667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4F80A-FDB5-4129-8104-78796919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No false equivalence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25835-30AF-4D50-B6EC-DC0344C0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86300"/>
            <a:ext cx="2552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Unrelated words are not paired as the same concept. Read speech, spontaneous speech, vocabulary and pronunciation remain distinct.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F33E4-1743-438D-B73E-4B564AD0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E0665-10F2-44F0-9ACE-378076B7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1266218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F158F-B65D-434F-AE4B-266773A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VOICE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18CF9-821D-4F03-B3F2-A9AE9075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Audio with visible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8C90F-6FD7-4BE8-B86F-905982B7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Twelve Kannada clips are available now, each with its source, credit, date and licence.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0B82D-0765-46D6-9671-70539E32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FB2B0-1F7E-4710-831D-C1D19FBA5A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5514517c841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672871"/>
            <a:ext cx="6572250" cy="2883858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8E4AF-61E0-41ED-862D-95410F0C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38671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2A737-C5CB-46D0-9854-BEAEDFC6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7C6C2-8FC5-4A52-BDCD-93862221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12 integrity checked OGG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0C7B7-6550-4311-AA32-E3CBE0E0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390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Exact word, uploader, source date, public file page, CC0 status, byte length and SHA-256 stay together in the manifest.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7AAFF-654F-45D0-9374-FFAEA399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71950"/>
            <a:ext cx="38671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30D24-A802-4A0A-A232-7F455E3B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719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6DBA6-1BFB-410E-BDD9-D4E67DBB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Community voice collection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846E6-D239-4D82-8051-DAEEDA9D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3390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Five shared meanings invite natural expressions from Mysuru, Dharwad and Kalaburagi, with transcript, region, credit and permission kept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AD89E-49EC-476D-BC59-BFDBE963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23321-FD9D-4996-BA9D-EA567282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148862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82881-D710-4233-9438-3B9A5BF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REGIONAL VOICE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75B97-9439-4E2E-9C73-EF07558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Community voices become regional listening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9F669-7004-4DC2-B088-1ACBD66D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Speakers contribute from a phone through a private, permission-led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6720A-A65A-4C13-8523-F2514FD5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31214-3F4C-43E1-8C53-502F9612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E5E54-B520-4297-9512-E49E3F3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A538-42CF-4D17-B985-2E2B16D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Three focus regions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8D9C0-C974-4BE8-9FBC-161FEFFA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Mysuru, Dharwad and Kalaburagi anchor a clear, comparable regional listening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9C6B1-439E-4095-A9C0-222EEE4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5CC12-2D4B-4715-BBE9-4D6BE3C3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solidFill>
              <a:srgbClr val="D9A72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E2C8-D330-41F7-ADCB-4B203E48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90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A72E"/>
                </a:solidFill>
              </a:defRPr>
            </a:defPPr>
            <a:lvl1pPr>
              <a:buNone/>
              <a:defRPr sz="1500" b="1">
                <a:solidFill>
                  <a:srgbClr val="D9A72E"/>
                </a:solidFill>
              </a:defRPr>
            </a:lvl1pPr>
            <a:lvl2pPr>
              <a:buNone/>
              <a:defRPr sz="1500" b="1">
                <a:solidFill>
                  <a:srgbClr val="D9A72E"/>
                </a:solidFill>
              </a:defRPr>
            </a:lvl2pPr>
            <a:lvl3pPr>
              <a:buNone/>
              <a:defRPr sz="1500" b="1">
                <a:solidFill>
                  <a:srgbClr val="D9A72E"/>
                </a:solidFill>
              </a:defRPr>
            </a:lvl3pPr>
            <a:lvl4pPr>
              <a:buNone/>
              <a:defRPr sz="1500" b="1">
                <a:solidFill>
                  <a:srgbClr val="D9A72E"/>
                </a:solidFill>
              </a:defRPr>
            </a:lvl4pPr>
            <a:lvl5pPr>
              <a:buNone/>
              <a:defRPr sz="1500" b="1">
                <a:solidFill>
                  <a:srgbClr val="D9A72E"/>
                </a:solidFill>
              </a:defRPr>
            </a:lvl5pPr>
            <a:lvl6pPr>
              <a:buNone/>
              <a:defRPr sz="1500" b="1">
                <a:solidFill>
                  <a:srgbClr val="D9A72E"/>
                </a:solidFill>
              </a:defRPr>
            </a:lvl6pPr>
            <a:lvl7pPr>
              <a:buNone/>
              <a:defRPr sz="1500" b="1">
                <a:solidFill>
                  <a:srgbClr val="D9A72E"/>
                </a:solidFill>
              </a:defRPr>
            </a:lvl7pPr>
            <a:lvl8pPr>
              <a:buNone/>
              <a:defRPr sz="1500" b="1">
                <a:solidFill>
                  <a:srgbClr val="D9A72E"/>
                </a:solidFill>
              </a:defRPr>
            </a:lvl8pPr>
            <a:lvl9pPr>
              <a:buNone/>
              <a:defRPr sz="15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A72E"/>
                </a:solidFill>
              </a:defRPr>
            </a:pPr>
            <a:r>
              <a:rPr sz="1500" b="1">
                <a:solidFill>
                  <a:srgbClr val="D9A72E"/>
                </a:solidFill>
              </a:rPr>
              <a:t>Five shared meanings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3B1F0-6E1E-49CD-9DBC-250D3A4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70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Greeting, meal check, come here, heavy rain and let us go home. Regional wording stays natural.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CEAC2-2EEB-46A6-9E95-946A24F4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2FF43-65C9-480B-B374-23845BC3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73127-AC60-4B61-A401-19D517BF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Private contribution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05CF8-928A-4FAD-8B1E-F80139B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Phone recording, exact Kannada transcript, region, attribution choice and publication permission travel together.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E20F3-3388-49E8-8F46-C1EE319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8F1933"/>
                </a:solidFill>
              </a:defRPr>
            </a:defPPr>
            <a:lvl1pPr algn="ctr">
              <a:buNone/>
              <a:defRPr sz="1950" b="1">
                <a:solidFill>
                  <a:srgbClr val="8F1933"/>
                </a:solidFill>
              </a:defRPr>
            </a:lvl1pPr>
            <a:lvl2pPr algn="ctr">
              <a:buNone/>
              <a:defRPr sz="1950" b="1">
                <a:solidFill>
                  <a:srgbClr val="8F1933"/>
                </a:solidFill>
              </a:defRPr>
            </a:lvl2pPr>
            <a:lvl3pPr algn="ctr">
              <a:buNone/>
              <a:defRPr sz="1950" b="1">
                <a:solidFill>
                  <a:srgbClr val="8F1933"/>
                </a:solidFill>
              </a:defRPr>
            </a:lvl3pPr>
            <a:lvl4pPr algn="ctr">
              <a:buNone/>
              <a:defRPr sz="1950" b="1">
                <a:solidFill>
                  <a:srgbClr val="8F1933"/>
                </a:solidFill>
              </a:defRPr>
            </a:lvl4pPr>
            <a:lvl5pPr algn="ctr">
              <a:buNone/>
              <a:defRPr sz="1950" b="1">
                <a:solidFill>
                  <a:srgbClr val="8F1933"/>
                </a:solidFill>
              </a:defRPr>
            </a:lvl5pPr>
            <a:lvl6pPr algn="ctr">
              <a:buNone/>
              <a:defRPr sz="1950" b="1">
                <a:solidFill>
                  <a:srgbClr val="8F1933"/>
                </a:solidFill>
              </a:defRPr>
            </a:lvl6pPr>
            <a:lvl7pPr algn="ctr">
              <a:buNone/>
              <a:defRPr sz="1950" b="1">
                <a:solidFill>
                  <a:srgbClr val="8F1933"/>
                </a:solidFill>
              </a:defRPr>
            </a:lvl7pPr>
            <a:lvl8pPr algn="ctr">
              <a:buNone/>
              <a:defRPr sz="1950" b="1">
                <a:solidFill>
                  <a:srgbClr val="8F1933"/>
                </a:solidFill>
              </a:defRPr>
            </a:lvl8pPr>
            <a:lvl9pPr algn="ctr">
              <a:buNone/>
              <a:defRPr sz="195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8F1933"/>
                </a:solidFill>
              </a:defRPr>
            </a:pPr>
            <a:r>
              <a:rPr sz="1950" b="1">
                <a:solidFill>
                  <a:srgbClr val="8F1933"/>
                </a:solidFill>
              </a:rPr>
              <a:t>12 General Kannada references · 5 community prompts · secure private uploads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5FBF0-1697-4855-9784-1B904A2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C5D38-D8ED-4B5B-AFE0-2D0B12CF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2525019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DB31C-1547-4B7A-91D7-71BBD33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LEARNING AND PARTICIPATION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5839D-A414-402B-A929-55E5298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Discovery becomes play, then a shared 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52CE4-099D-4FC8-B25C-AA1E7701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The experience closes by inviting every region into the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5CC24-5AA2-4155-B892-73E9F5E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37FC1-5EC1-4EA4-821A-ACF4A5C67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0cae86d30435f"/>
          <a:srcRect xmlns:a="http://schemas.openxmlformats.org/drawingml/2006/main" l="0" t="164" r="0" b="1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5810250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CFEA0-250C-429A-998F-1FE939AF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4572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DA3D2-1FE4-4930-BAEC-32D45F2D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28A15-00E5-4183-A2D4-1517B7B9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Pada Beru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0D915-B12C-4756-9A49-86D1A37D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718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Ten rounds of Kannada ↔ English meaning challenges with score, streak, hints and optional device pronunciation.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DFC99-9371-400C-AF89-4C287EF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572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AE4A9-0BBE-487D-B99B-CDF151B4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C13D0-7E6B-4B6E-9422-CDB308D9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Regional voice 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1F3C1-2CA8-45FB-B993-73065355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815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Choose a shared meaning, record naturally, add the exact Kannada transcript, set credit and permission, then send securely.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E0A91-6357-442D-A0F8-51CC0681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B7DC9-BCA8-4207-AE59-3D355175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1138221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4DB45B-7E5E-41CC-B403-AC25DFA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PRODUCT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46BEA-FA7C-4BCA-9FDD-90CA06E3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Static-first, private by default, built for ordinary phones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1411C-D2DA-4E6C-B2CD-340C5454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No account, paid API, map token or external database is needed for the core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28B8-DE7E-45D5-A816-A6BE6DB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B5F29-1C61-4D56-9159-24F6B4B2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5064A-658C-42D3-B9BC-817FA18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0D79E-E417-41B5-848F-68A5CB7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Next.js 16 · React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6701E-DBCE-49DF-A1C2-72927BAA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Static App Router pages, strict TypeScript, installable PWA and offline shell.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CB96C-34EA-4FEB-97A1-9B82592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75C5A-3D3D-4DB3-A812-04847265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solidFill>
              <a:srgbClr val="D9A72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35085-5EE0-4E29-BBAD-977600AE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431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A72E"/>
                </a:solidFill>
              </a:defRPr>
            </a:defPPr>
            <a:lvl1pPr>
              <a:buNone/>
              <a:defRPr sz="1500" b="1">
                <a:solidFill>
                  <a:srgbClr val="D9A72E"/>
                </a:solidFill>
              </a:defRPr>
            </a:lvl1pPr>
            <a:lvl2pPr>
              <a:buNone/>
              <a:defRPr sz="1500" b="1">
                <a:solidFill>
                  <a:srgbClr val="D9A72E"/>
                </a:solidFill>
              </a:defRPr>
            </a:lvl2pPr>
            <a:lvl3pPr>
              <a:buNone/>
              <a:defRPr sz="1500" b="1">
                <a:solidFill>
                  <a:srgbClr val="D9A72E"/>
                </a:solidFill>
              </a:defRPr>
            </a:lvl3pPr>
            <a:lvl4pPr>
              <a:buNone/>
              <a:defRPr sz="1500" b="1">
                <a:solidFill>
                  <a:srgbClr val="D9A72E"/>
                </a:solidFill>
              </a:defRPr>
            </a:lvl4pPr>
            <a:lvl5pPr>
              <a:buNone/>
              <a:defRPr sz="1500" b="1">
                <a:solidFill>
                  <a:srgbClr val="D9A72E"/>
                </a:solidFill>
              </a:defRPr>
            </a:lvl5pPr>
            <a:lvl6pPr>
              <a:buNone/>
              <a:defRPr sz="1500" b="1">
                <a:solidFill>
                  <a:srgbClr val="D9A72E"/>
                </a:solidFill>
              </a:defRPr>
            </a:lvl6pPr>
            <a:lvl7pPr>
              <a:buNone/>
              <a:defRPr sz="1500" b="1">
                <a:solidFill>
                  <a:srgbClr val="D9A72E"/>
                </a:solidFill>
              </a:defRPr>
            </a:lvl7pPr>
            <a:lvl8pPr>
              <a:buNone/>
              <a:defRPr sz="1500" b="1">
                <a:solidFill>
                  <a:srgbClr val="D9A72E"/>
                </a:solidFill>
              </a:defRPr>
            </a:lvl8pPr>
            <a:lvl9pPr>
              <a:buNone/>
              <a:defRPr sz="15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A72E"/>
                </a:solidFill>
              </a:defRPr>
            </a:pPr>
            <a:r>
              <a:rPr sz="1500" b="1">
                <a:solidFill>
                  <a:srgbClr val="D9A72E"/>
                </a:solidFill>
              </a:rPr>
              <a:t>Local data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E0C73-09BD-40C5-B62E-4E1CA569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194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31 district profiles, 8 regional usages, 12 audio files, local GeoJSON and 50 dictionary shards.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634ED-8151-4A47-BA57-1B7E85E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600DF-B573-45A8-A03E-BA05CD4D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2800F-8AFB-454B-A2B2-F82A4B06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431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Interaction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D7D65-E315-4B34-B204-2E38C990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MapLibre atlas, search, comparison, audio player, Pada Beru and regional voice contribution.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92665-CEA4-46AD-88F9-B2BA3D65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00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3FBC1-CC66-4E72-B3D9-F052DFBB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2CCE6-E50B-4092-A0C2-EAC18873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AEFE3-0D2F-4F30-B86B-D69F6893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Vercel HTTPS and CDN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38BF3-5A1E-42A5-B1A3-720CE64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95750"/>
            <a:ext cx="2400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07458-5415-4625-B5FC-4E222705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95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solidFill>
              <a:srgbClr val="D9A72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F700C-F09F-4222-9368-B094D34D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A72E"/>
                </a:solidFill>
              </a:defRPr>
            </a:defPPr>
            <a:lvl1pPr>
              <a:buNone/>
              <a:defRPr sz="1500" b="1">
                <a:solidFill>
                  <a:srgbClr val="D9A72E"/>
                </a:solidFill>
              </a:defRPr>
            </a:lvl1pPr>
            <a:lvl2pPr>
              <a:buNone/>
              <a:defRPr sz="1500" b="1">
                <a:solidFill>
                  <a:srgbClr val="D9A72E"/>
                </a:solidFill>
              </a:defRPr>
            </a:lvl2pPr>
            <a:lvl3pPr>
              <a:buNone/>
              <a:defRPr sz="1500" b="1">
                <a:solidFill>
                  <a:srgbClr val="D9A72E"/>
                </a:solidFill>
              </a:defRPr>
            </a:lvl3pPr>
            <a:lvl4pPr>
              <a:buNone/>
              <a:defRPr sz="1500" b="1">
                <a:solidFill>
                  <a:srgbClr val="D9A72E"/>
                </a:solidFill>
              </a:defRPr>
            </a:lvl4pPr>
            <a:lvl5pPr>
              <a:buNone/>
              <a:defRPr sz="1500" b="1">
                <a:solidFill>
                  <a:srgbClr val="D9A72E"/>
                </a:solidFill>
              </a:defRPr>
            </a:lvl5pPr>
            <a:lvl6pPr>
              <a:buNone/>
              <a:defRPr sz="1500" b="1">
                <a:solidFill>
                  <a:srgbClr val="D9A72E"/>
                </a:solidFill>
              </a:defRPr>
            </a:lvl6pPr>
            <a:lvl7pPr>
              <a:buNone/>
              <a:defRPr sz="1500" b="1">
                <a:solidFill>
                  <a:srgbClr val="D9A72E"/>
                </a:solidFill>
              </a:defRPr>
            </a:lvl7pPr>
            <a:lvl8pPr>
              <a:buNone/>
              <a:defRPr sz="1500" b="1">
                <a:solidFill>
                  <a:srgbClr val="D9A72E"/>
                </a:solidFill>
              </a:defRPr>
            </a:lvl8pPr>
            <a:lvl9pPr>
              <a:buNone/>
              <a:defRPr sz="15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A72E"/>
                </a:solidFill>
              </a:defRPr>
            </a:pPr>
            <a:r>
              <a:rPr sz="1500" b="1">
                <a:solidFill>
                  <a:srgbClr val="D9A72E"/>
                </a:solidFill>
              </a:rPr>
              <a:t>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06A78-4BA3-4BC8-A06F-CFDE3405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Vitest and Playwright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ED985-868E-4DF9-86E2-CAA37682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2400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2B228-CDC9-4D44-BDED-7F419119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18DAD-2DDE-4EF1-945B-8DEAE4A8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05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Privacy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20788-740B-410C-BA7A-8CB14FF3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Private audio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D7A148-ECF5-4D3C-8FD7-9A043450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304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D9FEB-F6CA-49F3-885B-AD37D26B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82B07F-CE26-432B-B00F-0E2FBEB3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05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Licensing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1A14D-7DE1-4628-A0C0-E50986F9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81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Attribution stays visible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D8A610-FB32-460D-BFC2-6BB0AACD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76645B"/>
                </a:solidFill>
              </a:defRPr>
            </a:defPPr>
            <a:lvl1pPr algn="ctr">
              <a:buNone/>
              <a:defRPr sz="1275" b="1">
                <a:solidFill>
                  <a:srgbClr val="76645B"/>
                </a:solidFill>
              </a:defRPr>
            </a:lvl1pPr>
            <a:lvl2pPr algn="ctr">
              <a:buNone/>
              <a:defRPr sz="1275" b="1">
                <a:solidFill>
                  <a:srgbClr val="76645B"/>
                </a:solidFill>
              </a:defRPr>
            </a:lvl2pPr>
            <a:lvl3pPr algn="ctr">
              <a:buNone/>
              <a:defRPr sz="1275" b="1">
                <a:solidFill>
                  <a:srgbClr val="76645B"/>
                </a:solidFill>
              </a:defRPr>
            </a:lvl3pPr>
            <a:lvl4pPr algn="ctr">
              <a:buNone/>
              <a:defRPr sz="1275" b="1">
                <a:solidFill>
                  <a:srgbClr val="76645B"/>
                </a:solidFill>
              </a:defRPr>
            </a:lvl4pPr>
            <a:lvl5pPr algn="ctr">
              <a:buNone/>
              <a:defRPr sz="1275" b="1">
                <a:solidFill>
                  <a:srgbClr val="76645B"/>
                </a:solidFill>
              </a:defRPr>
            </a:lvl5pPr>
            <a:lvl6pPr algn="ctr">
              <a:buNone/>
              <a:defRPr sz="1275" b="1">
                <a:solidFill>
                  <a:srgbClr val="76645B"/>
                </a:solidFill>
              </a:defRPr>
            </a:lvl6pPr>
            <a:lvl7pPr algn="ctr">
              <a:buNone/>
              <a:defRPr sz="1275" b="1">
                <a:solidFill>
                  <a:srgbClr val="76645B"/>
                </a:solidFill>
              </a:defRPr>
            </a:lvl7pPr>
            <a:lvl8pPr algn="ctr">
              <a:buNone/>
              <a:defRPr sz="1275" b="1">
                <a:solidFill>
                  <a:srgbClr val="76645B"/>
                </a:solidFill>
              </a:defRPr>
            </a:lvl8pPr>
            <a:lvl9pPr algn="ctr">
              <a:buNone/>
              <a:defRPr sz="1275" b="1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76645B"/>
                </a:solidFill>
              </a:defRPr>
            </a:pPr>
            <a:r>
              <a:rPr sz="1275" b="1">
                <a:solidFill>
                  <a:srgbClr val="76645B"/>
                </a:solidFill>
              </a:rPr>
              <a:t>Open source · MIT code licence · third-party data keeps its own terms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0DDD1D-0B69-4F94-A0E9-08355B7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E9690E-4DDF-4966-BDBB-825E4695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1825286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AE8EE-0E10-4F3C-9749-60FB7808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F1933"/>
                </a:solidFill>
              </a:defRPr>
            </a:defPPr>
            <a:lvl1pPr>
              <a:buNone/>
              <a:defRPr sz="900" b="1">
                <a:solidFill>
                  <a:srgbClr val="8F1933"/>
                </a:solidFill>
              </a:defRPr>
            </a:lvl1pPr>
            <a:lvl2pPr>
              <a:buNone/>
              <a:defRPr sz="900" b="1">
                <a:solidFill>
                  <a:srgbClr val="8F1933"/>
                </a:solidFill>
              </a:defRPr>
            </a:lvl2pPr>
            <a:lvl3pPr>
              <a:buNone/>
              <a:defRPr sz="900" b="1">
                <a:solidFill>
                  <a:srgbClr val="8F1933"/>
                </a:solidFill>
              </a:defRPr>
            </a:lvl3pPr>
            <a:lvl4pPr>
              <a:buNone/>
              <a:defRPr sz="900" b="1">
                <a:solidFill>
                  <a:srgbClr val="8F1933"/>
                </a:solidFill>
              </a:defRPr>
            </a:lvl4pPr>
            <a:lvl5pPr>
              <a:buNone/>
              <a:defRPr sz="900" b="1">
                <a:solidFill>
                  <a:srgbClr val="8F1933"/>
                </a:solidFill>
              </a:defRPr>
            </a:lvl5pPr>
            <a:lvl6pPr>
              <a:buNone/>
              <a:defRPr sz="900" b="1">
                <a:solidFill>
                  <a:srgbClr val="8F1933"/>
                </a:solidFill>
              </a:defRPr>
            </a:lvl6pPr>
            <a:lvl7pPr>
              <a:buNone/>
              <a:defRPr sz="900" b="1">
                <a:solidFill>
                  <a:srgbClr val="8F1933"/>
                </a:solidFill>
              </a:defRPr>
            </a:lvl7pPr>
            <a:lvl8pPr>
              <a:buNone/>
              <a:defRPr sz="900" b="1">
                <a:solidFill>
                  <a:srgbClr val="8F1933"/>
                </a:solidFill>
              </a:defRPr>
            </a:lvl8pPr>
            <a:lvl9pPr>
              <a:buNone/>
              <a:defRPr sz="9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8F1933"/>
                </a:solidFill>
              </a:defRPr>
            </a:pPr>
            <a:r>
              <a:rPr sz="900" b="1">
                <a:solidFill>
                  <a:srgbClr val="8F1933"/>
                </a:solidFill>
              </a:rPr>
              <a:t>RELEASE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A8DD0-4D13-47E0-951A-CBF17711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71C19"/>
                </a:solidFill>
              </a:defRPr>
            </a:defPPr>
            <a:lvl1pPr>
              <a:buNone/>
              <a:defRPr sz="3150" b="1">
                <a:solidFill>
                  <a:srgbClr val="271C19"/>
                </a:solidFill>
              </a:defRPr>
            </a:lvl1pPr>
            <a:lvl2pPr>
              <a:buNone/>
              <a:defRPr sz="3150" b="1">
                <a:solidFill>
                  <a:srgbClr val="271C19"/>
                </a:solidFill>
              </a:defRPr>
            </a:lvl2pPr>
            <a:lvl3pPr>
              <a:buNone/>
              <a:defRPr sz="3150" b="1">
                <a:solidFill>
                  <a:srgbClr val="271C19"/>
                </a:solidFill>
              </a:defRPr>
            </a:lvl3pPr>
            <a:lvl4pPr>
              <a:buNone/>
              <a:defRPr sz="3150" b="1">
                <a:solidFill>
                  <a:srgbClr val="271C19"/>
                </a:solidFill>
              </a:defRPr>
            </a:lvl4pPr>
            <a:lvl5pPr>
              <a:buNone/>
              <a:defRPr sz="3150" b="1">
                <a:solidFill>
                  <a:srgbClr val="271C19"/>
                </a:solidFill>
              </a:defRPr>
            </a:lvl5pPr>
            <a:lvl6pPr>
              <a:buNone/>
              <a:defRPr sz="3150" b="1">
                <a:solidFill>
                  <a:srgbClr val="271C19"/>
                </a:solidFill>
              </a:defRPr>
            </a:lvl6pPr>
            <a:lvl7pPr>
              <a:buNone/>
              <a:defRPr sz="3150" b="1">
                <a:solidFill>
                  <a:srgbClr val="271C19"/>
                </a:solidFill>
              </a:defRPr>
            </a:lvl7pPr>
            <a:lvl8pPr>
              <a:buNone/>
              <a:defRPr sz="3150" b="1">
                <a:solidFill>
                  <a:srgbClr val="271C19"/>
                </a:solidFill>
              </a:defRPr>
            </a:lvl8pPr>
            <a:lvl9pPr>
              <a:buNone/>
              <a:defRPr sz="3150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1C19"/>
                </a:solidFill>
              </a:defRPr>
            </a:pPr>
            <a:r>
              <a:rPr sz="3150" b="1">
                <a:solidFill>
                  <a:srgbClr val="271C19"/>
                </a:solidFill>
              </a:rPr>
              <a:t>Tested across the complete public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0DA84-3F00-49BC-83BA-B7AC3882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76645B"/>
                </a:solidFill>
              </a:defRPr>
            </a:defPPr>
            <a:lvl1pPr>
              <a:buNone/>
              <a:defRPr sz="1350">
                <a:solidFill>
                  <a:srgbClr val="76645B"/>
                </a:solidFill>
              </a:defRPr>
            </a:lvl1pPr>
            <a:lvl2pPr>
              <a:buNone/>
              <a:defRPr sz="1350">
                <a:solidFill>
                  <a:srgbClr val="76645B"/>
                </a:solidFill>
              </a:defRPr>
            </a:lvl2pPr>
            <a:lvl3pPr>
              <a:buNone/>
              <a:defRPr sz="1350">
                <a:solidFill>
                  <a:srgbClr val="76645B"/>
                </a:solidFill>
              </a:defRPr>
            </a:lvl3pPr>
            <a:lvl4pPr>
              <a:buNone/>
              <a:defRPr sz="1350">
                <a:solidFill>
                  <a:srgbClr val="76645B"/>
                </a:solidFill>
              </a:defRPr>
            </a:lvl4pPr>
            <a:lvl5pPr>
              <a:buNone/>
              <a:defRPr sz="1350">
                <a:solidFill>
                  <a:srgbClr val="76645B"/>
                </a:solidFill>
              </a:defRPr>
            </a:lvl5pPr>
            <a:lvl6pPr>
              <a:buNone/>
              <a:defRPr sz="1350">
                <a:solidFill>
                  <a:srgbClr val="76645B"/>
                </a:solidFill>
              </a:defRPr>
            </a:lvl6pPr>
            <a:lvl7pPr>
              <a:buNone/>
              <a:defRPr sz="1350">
                <a:solidFill>
                  <a:srgbClr val="76645B"/>
                </a:solidFill>
              </a:defRPr>
            </a:lvl7pPr>
            <a:lvl8pPr>
              <a:buNone/>
              <a:defRPr sz="1350">
                <a:solidFill>
                  <a:srgbClr val="76645B"/>
                </a:solidFill>
              </a:defRPr>
            </a:lvl8pPr>
            <a:lvl9pPr>
              <a:buNone/>
              <a:defRPr sz="13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76645B"/>
                </a:solidFill>
              </a:defRPr>
            </a:pPr>
            <a:r>
              <a:rPr sz="1350">
                <a:solidFill>
                  <a:srgbClr val="76645B"/>
                </a:solidFill>
              </a:rPr>
              <a:t>The release gate checks source contracts, production generation and real browser journeys.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DEF74-520E-4BAF-8CD1-C17E706C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D9A72E"/>
                </a:solidFill>
              </a:defRPr>
            </a:defPPr>
            <a:lvl1pPr algn="r">
              <a:buNone/>
              <a:defRPr sz="900" b="1">
                <a:solidFill>
                  <a:srgbClr val="D9A72E"/>
                </a:solidFill>
              </a:defRPr>
            </a:lvl1pPr>
            <a:lvl2pPr algn="r">
              <a:buNone/>
              <a:defRPr sz="900" b="1">
                <a:solidFill>
                  <a:srgbClr val="D9A72E"/>
                </a:solidFill>
              </a:defRPr>
            </a:lvl2pPr>
            <a:lvl3pPr algn="r">
              <a:buNone/>
              <a:defRPr sz="900" b="1">
                <a:solidFill>
                  <a:srgbClr val="D9A72E"/>
                </a:solidFill>
              </a:defRPr>
            </a:lvl3pPr>
            <a:lvl4pPr algn="r">
              <a:buNone/>
              <a:defRPr sz="900" b="1">
                <a:solidFill>
                  <a:srgbClr val="D9A72E"/>
                </a:solidFill>
              </a:defRPr>
            </a:lvl4pPr>
            <a:lvl5pPr algn="r">
              <a:buNone/>
              <a:defRPr sz="900" b="1">
                <a:solidFill>
                  <a:srgbClr val="D9A72E"/>
                </a:solidFill>
              </a:defRPr>
            </a:lvl5pPr>
            <a:lvl6pPr algn="r">
              <a:buNone/>
              <a:defRPr sz="900" b="1">
                <a:solidFill>
                  <a:srgbClr val="D9A72E"/>
                </a:solidFill>
              </a:defRPr>
            </a:lvl6pPr>
            <a:lvl7pPr algn="r">
              <a:buNone/>
              <a:defRPr sz="900" b="1">
                <a:solidFill>
                  <a:srgbClr val="D9A72E"/>
                </a:solidFill>
              </a:defRPr>
            </a:lvl7pPr>
            <a:lvl8pPr algn="r">
              <a:buNone/>
              <a:defRPr sz="900" b="1">
                <a:solidFill>
                  <a:srgbClr val="D9A72E"/>
                </a:solidFill>
              </a:defRPr>
            </a:lvl8pPr>
            <a:lvl9pPr algn="r">
              <a:buNone/>
              <a:defRPr sz="9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D9A72E"/>
                </a:solidFill>
              </a:defRPr>
            </a:pPr>
            <a:r>
              <a:rPr sz="900" b="1">
                <a:solidFill>
                  <a:srgbClr val="D9A72E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23AAF-B0AE-4EF1-9430-A16C8DF2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4BFEC-3A5D-41D0-81D8-6248813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AA065-A220-44B1-8B94-8A1015C9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54 / 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25D84-D5BB-49E4-B830-4A7D2BB0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unit tests across 17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E2DF8-A311-4BD3-BC27-F690A85D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7172C-156F-4197-A482-DC64F39D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solidFill>
              <a:srgbClr val="D9A72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17BA5-46C3-4F78-955B-2BEC7C5A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A72E"/>
                </a:solidFill>
              </a:defRPr>
            </a:defPPr>
            <a:lvl1pPr>
              <a:buNone/>
              <a:defRPr sz="1500" b="1">
                <a:solidFill>
                  <a:srgbClr val="D9A72E"/>
                </a:solidFill>
              </a:defRPr>
            </a:lvl1pPr>
            <a:lvl2pPr>
              <a:buNone/>
              <a:defRPr sz="1500" b="1">
                <a:solidFill>
                  <a:srgbClr val="D9A72E"/>
                </a:solidFill>
              </a:defRPr>
            </a:lvl2pPr>
            <a:lvl3pPr>
              <a:buNone/>
              <a:defRPr sz="1500" b="1">
                <a:solidFill>
                  <a:srgbClr val="D9A72E"/>
                </a:solidFill>
              </a:defRPr>
            </a:lvl3pPr>
            <a:lvl4pPr>
              <a:buNone/>
              <a:defRPr sz="1500" b="1">
                <a:solidFill>
                  <a:srgbClr val="D9A72E"/>
                </a:solidFill>
              </a:defRPr>
            </a:lvl4pPr>
            <a:lvl5pPr>
              <a:buNone/>
              <a:defRPr sz="1500" b="1">
                <a:solidFill>
                  <a:srgbClr val="D9A72E"/>
                </a:solidFill>
              </a:defRPr>
            </a:lvl5pPr>
            <a:lvl6pPr>
              <a:buNone/>
              <a:defRPr sz="1500" b="1">
                <a:solidFill>
                  <a:srgbClr val="D9A72E"/>
                </a:solidFill>
              </a:defRPr>
            </a:lvl6pPr>
            <a:lvl7pPr>
              <a:buNone/>
              <a:defRPr sz="1500" b="1">
                <a:solidFill>
                  <a:srgbClr val="D9A72E"/>
                </a:solidFill>
              </a:defRPr>
            </a:lvl7pPr>
            <a:lvl8pPr>
              <a:buNone/>
              <a:defRPr sz="1500" b="1">
                <a:solidFill>
                  <a:srgbClr val="D9A72E"/>
                </a:solidFill>
              </a:defRPr>
            </a:lvl8pPr>
            <a:lvl9pPr>
              <a:buNone/>
              <a:defRPr sz="150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A72E"/>
                </a:solidFill>
              </a:defRPr>
            </a:pPr>
            <a:r>
              <a:rPr sz="1500" b="1">
                <a:solidFill>
                  <a:srgbClr val="D9A72E"/>
                </a:solidFill>
              </a:rPr>
              <a:t>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75C9A-2686-4BE1-92B0-08D1A5E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623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generated production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B34E9-5A95-4156-AB2D-62F1DCAD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20F2D-7883-411C-A216-4FCD0793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4D"/>
          </a:solidFill>
          <a:ln xmlns:a="http://schemas.openxmlformats.org/drawingml/2006/main" w="0">
            <a:solidFill>
              <a:srgbClr val="315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959B7-C795-4333-9038-DCFE786A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64D"/>
                </a:solidFill>
              </a:defRPr>
            </a:defPPr>
            <a:lvl1pPr>
              <a:buNone/>
              <a:defRPr sz="1500" b="1">
                <a:solidFill>
                  <a:srgbClr val="31564D"/>
                </a:solidFill>
              </a:defRPr>
            </a:lvl1pPr>
            <a:lvl2pPr>
              <a:buNone/>
              <a:defRPr sz="1500" b="1">
                <a:solidFill>
                  <a:srgbClr val="31564D"/>
                </a:solidFill>
              </a:defRPr>
            </a:lvl2pPr>
            <a:lvl3pPr>
              <a:buNone/>
              <a:defRPr sz="1500" b="1">
                <a:solidFill>
                  <a:srgbClr val="31564D"/>
                </a:solidFill>
              </a:defRPr>
            </a:lvl3pPr>
            <a:lvl4pPr>
              <a:buNone/>
              <a:defRPr sz="1500" b="1">
                <a:solidFill>
                  <a:srgbClr val="31564D"/>
                </a:solidFill>
              </a:defRPr>
            </a:lvl4pPr>
            <a:lvl5pPr>
              <a:buNone/>
              <a:defRPr sz="1500" b="1">
                <a:solidFill>
                  <a:srgbClr val="31564D"/>
                </a:solidFill>
              </a:defRPr>
            </a:lvl5pPr>
            <a:lvl6pPr>
              <a:buNone/>
              <a:defRPr sz="1500" b="1">
                <a:solidFill>
                  <a:srgbClr val="31564D"/>
                </a:solidFill>
              </a:defRPr>
            </a:lvl6pPr>
            <a:lvl7pPr>
              <a:buNone/>
              <a:defRPr sz="1500" b="1">
                <a:solidFill>
                  <a:srgbClr val="31564D"/>
                </a:solidFill>
              </a:defRPr>
            </a:lvl7pPr>
            <a:lvl8pPr>
              <a:buNone/>
              <a:defRPr sz="1500" b="1">
                <a:solidFill>
                  <a:srgbClr val="31564D"/>
                </a:solidFill>
              </a:defRPr>
            </a:lvl8pPr>
            <a:lvl9pPr>
              <a:buNone/>
              <a:defRPr sz="1500" b="1">
                <a:solidFill>
                  <a:srgbClr val="31564D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64D"/>
                </a:solidFill>
              </a:defRPr>
            </a:pPr>
            <a:r>
              <a:rPr sz="1500" b="1">
                <a:solidFill>
                  <a:srgbClr val="31564D"/>
                </a:solidFill>
              </a:rPr>
              <a:t>52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04226-F1A2-44A0-AF7A-EDEC06B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Android and desktop journeys, including offline PWA reopening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A3C9F-D3B3-41C5-825F-8AA24DF8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647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8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D9F7A-C3B9-4755-A17C-6B0FD9A6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933"/>
          </a:solidFill>
          <a:ln xmlns:a="http://schemas.openxmlformats.org/drawingml/2006/main" w="0">
            <a:solidFill>
              <a:srgbClr val="8F193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81479-9264-4877-808C-23FF95D8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F1933"/>
                </a:solidFill>
              </a:defRPr>
            </a:defPPr>
            <a:lvl1pPr>
              <a:buNone/>
              <a:defRPr sz="1500" b="1">
                <a:solidFill>
                  <a:srgbClr val="8F1933"/>
                </a:solidFill>
              </a:defRPr>
            </a:lvl1pPr>
            <a:lvl2pPr>
              <a:buNone/>
              <a:defRPr sz="1500" b="1">
                <a:solidFill>
                  <a:srgbClr val="8F1933"/>
                </a:solidFill>
              </a:defRPr>
            </a:lvl2pPr>
            <a:lvl3pPr>
              <a:buNone/>
              <a:defRPr sz="1500" b="1">
                <a:solidFill>
                  <a:srgbClr val="8F1933"/>
                </a:solidFill>
              </a:defRPr>
            </a:lvl3pPr>
            <a:lvl4pPr>
              <a:buNone/>
              <a:defRPr sz="1500" b="1">
                <a:solidFill>
                  <a:srgbClr val="8F1933"/>
                </a:solidFill>
              </a:defRPr>
            </a:lvl4pPr>
            <a:lvl5pPr>
              <a:buNone/>
              <a:defRPr sz="1500" b="1">
                <a:solidFill>
                  <a:srgbClr val="8F1933"/>
                </a:solidFill>
              </a:defRPr>
            </a:lvl5pPr>
            <a:lvl6pPr>
              <a:buNone/>
              <a:defRPr sz="1500" b="1">
                <a:solidFill>
                  <a:srgbClr val="8F1933"/>
                </a:solidFill>
              </a:defRPr>
            </a:lvl6pPr>
            <a:lvl7pPr>
              <a:buNone/>
              <a:defRPr sz="1500" b="1">
                <a:solidFill>
                  <a:srgbClr val="8F1933"/>
                </a:solidFill>
              </a:defRPr>
            </a:lvl7pPr>
            <a:lvl8pPr>
              <a:buNone/>
              <a:defRPr sz="1500" b="1">
                <a:solidFill>
                  <a:srgbClr val="8F1933"/>
                </a:solidFill>
              </a:defRPr>
            </a:lvl8pPr>
            <a:lvl9pPr>
              <a:buNone/>
              <a:defRPr sz="1500" b="1">
                <a:solidFill>
                  <a:srgbClr val="8F1933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8F1933"/>
                </a:solidFill>
              </a:defRPr>
            </a:pPr>
            <a:r>
              <a:rPr sz="1500" b="1">
                <a:solidFill>
                  <a:srgbClr val="8F1933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326C5-FBDF-4B33-AF53-FFC8B37C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171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6645B"/>
                </a:solidFill>
              </a:defRPr>
            </a:defPPr>
            <a:lvl1pPr>
              <a:buNone/>
              <a:defRPr sz="1125">
                <a:solidFill>
                  <a:srgbClr val="76645B"/>
                </a:solidFill>
              </a:defRPr>
            </a:lvl1pPr>
            <a:lvl2pPr>
              <a:buNone/>
              <a:defRPr sz="1125">
                <a:solidFill>
                  <a:srgbClr val="76645B"/>
                </a:solidFill>
              </a:defRPr>
            </a:lvl2pPr>
            <a:lvl3pPr>
              <a:buNone/>
              <a:defRPr sz="1125">
                <a:solidFill>
                  <a:srgbClr val="76645B"/>
                </a:solidFill>
              </a:defRPr>
            </a:lvl3pPr>
            <a:lvl4pPr>
              <a:buNone/>
              <a:defRPr sz="1125">
                <a:solidFill>
                  <a:srgbClr val="76645B"/>
                </a:solidFill>
              </a:defRPr>
            </a:lvl4pPr>
            <a:lvl5pPr>
              <a:buNone/>
              <a:defRPr sz="1125">
                <a:solidFill>
                  <a:srgbClr val="76645B"/>
                </a:solidFill>
              </a:defRPr>
            </a:lvl5pPr>
            <a:lvl6pPr>
              <a:buNone/>
              <a:defRPr sz="1125">
                <a:solidFill>
                  <a:srgbClr val="76645B"/>
                </a:solidFill>
              </a:defRPr>
            </a:lvl6pPr>
            <a:lvl7pPr>
              <a:buNone/>
              <a:defRPr sz="1125">
                <a:solidFill>
                  <a:srgbClr val="76645B"/>
                </a:solidFill>
              </a:defRPr>
            </a:lvl7pPr>
            <a:lvl8pPr>
              <a:buNone/>
              <a:defRPr sz="1125">
                <a:solidFill>
                  <a:srgbClr val="76645B"/>
                </a:solidFill>
              </a:defRPr>
            </a:lvl8pPr>
            <a:lvl9pPr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known production dependency vulnerabilities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466AB-FEDA-457E-91D1-0415F778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271C19"/>
                </a:solidFill>
              </a:defRPr>
            </a:defPPr>
            <a:lvl1pPr algn="ctr">
              <a:buNone/>
              <a:defRPr sz="1725" b="1">
                <a:solidFill>
                  <a:srgbClr val="271C19"/>
                </a:solidFill>
              </a:defRPr>
            </a:lvl1pPr>
            <a:lvl2pPr algn="ctr">
              <a:buNone/>
              <a:defRPr sz="1725" b="1">
                <a:solidFill>
                  <a:srgbClr val="271C19"/>
                </a:solidFill>
              </a:defRPr>
            </a:lvl2pPr>
            <a:lvl3pPr algn="ctr">
              <a:buNone/>
              <a:defRPr sz="1725" b="1">
                <a:solidFill>
                  <a:srgbClr val="271C19"/>
                </a:solidFill>
              </a:defRPr>
            </a:lvl3pPr>
            <a:lvl4pPr algn="ctr">
              <a:buNone/>
              <a:defRPr sz="1725" b="1">
                <a:solidFill>
                  <a:srgbClr val="271C19"/>
                </a:solidFill>
              </a:defRPr>
            </a:lvl4pPr>
            <a:lvl5pPr algn="ctr">
              <a:buNone/>
              <a:defRPr sz="1725" b="1">
                <a:solidFill>
                  <a:srgbClr val="271C19"/>
                </a:solidFill>
              </a:defRPr>
            </a:lvl5pPr>
            <a:lvl6pPr algn="ctr">
              <a:buNone/>
              <a:defRPr sz="1725" b="1">
                <a:solidFill>
                  <a:srgbClr val="271C19"/>
                </a:solidFill>
              </a:defRPr>
            </a:lvl6pPr>
            <a:lvl7pPr algn="ctr">
              <a:buNone/>
              <a:defRPr sz="1725" b="1">
                <a:solidFill>
                  <a:srgbClr val="271C19"/>
                </a:solidFill>
              </a:defRPr>
            </a:lvl7pPr>
            <a:lvl8pPr algn="ctr">
              <a:buNone/>
              <a:defRPr sz="1725" b="1">
                <a:solidFill>
                  <a:srgbClr val="271C19"/>
                </a:solidFill>
              </a:defRPr>
            </a:lvl8pPr>
            <a:lvl9pPr algn="ctr">
              <a:buNone/>
              <a:defRPr sz="1725" b="1">
                <a:solidFill>
                  <a:srgbClr val="271C19"/>
                </a:solidFill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71C19"/>
                </a:solidFill>
              </a:defRPr>
            </a:pPr>
            <a:r>
              <a:rPr sz="1725" b="1">
                <a:solidFill>
                  <a:srgbClr val="271C19"/>
                </a:solidFill>
              </a:rPr>
              <a:t>Atlas · district learning · regional voices · dictionary · comparison · audio · game · contribution · PWA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900B2-9D23-4447-A4B3-8FB4D9D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>
                <a:solidFill>
                  <a:srgbClr val="76645B"/>
                </a:solidFill>
              </a:defRPr>
            </a:defPPr>
            <a:lvl1pPr algn="ctr">
              <a:buNone/>
              <a:defRPr sz="1125">
                <a:solidFill>
                  <a:srgbClr val="76645B"/>
                </a:solidFill>
              </a:defRPr>
            </a:lvl1pPr>
            <a:lvl2pPr algn="ctr">
              <a:buNone/>
              <a:defRPr sz="1125">
                <a:solidFill>
                  <a:srgbClr val="76645B"/>
                </a:solidFill>
              </a:defRPr>
            </a:lvl2pPr>
            <a:lvl3pPr algn="ctr">
              <a:buNone/>
              <a:defRPr sz="1125">
                <a:solidFill>
                  <a:srgbClr val="76645B"/>
                </a:solidFill>
              </a:defRPr>
            </a:lvl3pPr>
            <a:lvl4pPr algn="ctr">
              <a:buNone/>
              <a:defRPr sz="1125">
                <a:solidFill>
                  <a:srgbClr val="76645B"/>
                </a:solidFill>
              </a:defRPr>
            </a:lvl4pPr>
            <a:lvl5pPr algn="ctr">
              <a:buNone/>
              <a:defRPr sz="1125">
                <a:solidFill>
                  <a:srgbClr val="76645B"/>
                </a:solidFill>
              </a:defRPr>
            </a:lvl5pPr>
            <a:lvl6pPr algn="ctr">
              <a:buNone/>
              <a:defRPr sz="1125">
                <a:solidFill>
                  <a:srgbClr val="76645B"/>
                </a:solidFill>
              </a:defRPr>
            </a:lvl6pPr>
            <a:lvl7pPr algn="ctr">
              <a:buNone/>
              <a:defRPr sz="1125">
                <a:solidFill>
                  <a:srgbClr val="76645B"/>
                </a:solidFill>
              </a:defRPr>
            </a:lvl7pPr>
            <a:lvl8pPr algn="ctr">
              <a:buNone/>
              <a:defRPr sz="1125">
                <a:solidFill>
                  <a:srgbClr val="76645B"/>
                </a:solidFill>
              </a:defRPr>
            </a:lvl8pPr>
            <a:lvl9pPr algn="ctr">
              <a:buNone/>
              <a:defRPr sz="1125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76645B"/>
                </a:solidFill>
              </a:defRPr>
            </a:pPr>
            <a:r>
              <a:rPr sz="1125">
                <a:solidFill>
                  <a:srgbClr val="76645B"/>
                </a:solidFill>
              </a:rPr>
              <a:t>Live production verified at kannadada-beru.vercel.app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52886-D030-4041-AA8D-D1466147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6645B"/>
                </a:solidFill>
              </a:defRPr>
            </a:defPPr>
            <a:lvl1pPr>
              <a:buNone/>
              <a:defRPr sz="750">
                <a:solidFill>
                  <a:srgbClr val="76645B"/>
                </a:solidFill>
              </a:defRPr>
            </a:lvl1pPr>
            <a:lvl2pPr>
              <a:buNone/>
              <a:defRPr sz="750">
                <a:solidFill>
                  <a:srgbClr val="76645B"/>
                </a:solidFill>
              </a:defRPr>
            </a:lvl2pPr>
            <a:lvl3pPr>
              <a:buNone/>
              <a:defRPr sz="750">
                <a:solidFill>
                  <a:srgbClr val="76645B"/>
                </a:solidFill>
              </a:defRPr>
            </a:lvl3pPr>
            <a:lvl4pPr>
              <a:buNone/>
              <a:defRPr sz="750">
                <a:solidFill>
                  <a:srgbClr val="76645B"/>
                </a:solidFill>
              </a:defRPr>
            </a:lvl4pPr>
            <a:lvl5pPr>
              <a:buNone/>
              <a:defRPr sz="750">
                <a:solidFill>
                  <a:srgbClr val="76645B"/>
                </a:solidFill>
              </a:defRPr>
            </a:lvl5pPr>
            <a:lvl6pPr>
              <a:buNone/>
              <a:defRPr sz="750">
                <a:solidFill>
                  <a:srgbClr val="76645B"/>
                </a:solidFill>
              </a:defRPr>
            </a:lvl6pPr>
            <a:lvl7pPr>
              <a:buNone/>
              <a:defRPr sz="750">
                <a:solidFill>
                  <a:srgbClr val="76645B"/>
                </a:solidFill>
              </a:defRPr>
            </a:lvl7pPr>
            <a:lvl8pPr>
              <a:buNone/>
              <a:defRPr sz="750">
                <a:solidFill>
                  <a:srgbClr val="76645B"/>
                </a:solidFill>
              </a:defRPr>
            </a:lvl8pPr>
            <a:lvl9pPr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ಕನ್ನಡದ ಬೇರು  ·  PS04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BFAE0-BF39-4899-B0D3-5EDED49C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05575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76645B"/>
                </a:solidFill>
              </a:defRPr>
            </a:defPPr>
            <a:lvl1pPr algn="r">
              <a:buNone/>
              <a:defRPr sz="750">
                <a:solidFill>
                  <a:srgbClr val="76645B"/>
                </a:solidFill>
              </a:defRPr>
            </a:lvl1pPr>
            <a:lvl2pPr algn="r">
              <a:buNone/>
              <a:defRPr sz="750">
                <a:solidFill>
                  <a:srgbClr val="76645B"/>
                </a:solidFill>
              </a:defRPr>
            </a:lvl2pPr>
            <a:lvl3pPr algn="r">
              <a:buNone/>
              <a:defRPr sz="750">
                <a:solidFill>
                  <a:srgbClr val="76645B"/>
                </a:solidFill>
              </a:defRPr>
            </a:lvl3pPr>
            <a:lvl4pPr algn="r">
              <a:buNone/>
              <a:defRPr sz="750">
                <a:solidFill>
                  <a:srgbClr val="76645B"/>
                </a:solidFill>
              </a:defRPr>
            </a:lvl4pPr>
            <a:lvl5pPr algn="r">
              <a:buNone/>
              <a:defRPr sz="750">
                <a:solidFill>
                  <a:srgbClr val="76645B"/>
                </a:solidFill>
              </a:defRPr>
            </a:lvl5pPr>
            <a:lvl6pPr algn="r">
              <a:buNone/>
              <a:defRPr sz="750">
                <a:solidFill>
                  <a:srgbClr val="76645B"/>
                </a:solidFill>
              </a:defRPr>
            </a:lvl6pPr>
            <a:lvl7pPr algn="r">
              <a:buNone/>
              <a:defRPr sz="750">
                <a:solidFill>
                  <a:srgbClr val="76645B"/>
                </a:solidFill>
              </a:defRPr>
            </a:lvl7pPr>
            <a:lvl8pPr algn="r">
              <a:buNone/>
              <a:defRPr sz="750">
                <a:solidFill>
                  <a:srgbClr val="76645B"/>
                </a:solidFill>
              </a:defRPr>
            </a:lvl8pPr>
            <a:lvl9pPr algn="r">
              <a:buNone/>
              <a:defRPr sz="750">
                <a:solidFill>
                  <a:srgbClr val="76645B"/>
                </a:solidFill>
              </a:defRPr>
            </a:lvl9pPr>
          </a:lstStyle>
          <a:p xmlns:a="http://schemas.openxmlformats.org/drawingml/2006/main">
            <a:pPr algn="r">
              <a:buNone/>
              <a:defRPr sz="750">
                <a:solidFill>
                  <a:srgbClr val="76645B"/>
                </a:solidFill>
              </a:defRPr>
            </a:pPr>
            <a:r>
              <a:rPr sz="750">
                <a:solidFill>
                  <a:srgbClr val="76645B"/>
                </a:solidFill>
              </a:rPr>
              <a:t>kannadada-beru.vercel.app</a:t>
            </a:r>
          </a:p>
        </p:txBody>
      </p:sp>
    </p:spTree>
    <p:extLst>
      <p:ext uri="{BB962C8B-B14F-4D97-AF65-F5344CB8AC3E}">
        <p14:creationId xmlns:p14="http://schemas.microsoft.com/office/powerpoint/2010/main" val="464418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5F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033FE-7951-4F62-913A-66BD99F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FFFFFF"/>
                </a:solidFill>
              </a:defRPr>
            </a:defPPr>
            <a:lvl1pPr>
              <a:buNone/>
              <a:defRPr sz="4125" b="1">
                <a:solidFill>
                  <a:srgbClr val="FFFFFF"/>
                </a:solidFill>
              </a:defRPr>
            </a:lvl1pPr>
            <a:lvl2pPr>
              <a:buNone/>
              <a:defRPr sz="4125" b="1">
                <a:solidFill>
                  <a:srgbClr val="FFFFFF"/>
                </a:solidFill>
              </a:defRPr>
            </a:lvl2pPr>
            <a:lvl3pPr>
              <a:buNone/>
              <a:defRPr sz="4125" b="1">
                <a:solidFill>
                  <a:srgbClr val="FFFFFF"/>
                </a:solidFill>
              </a:defRPr>
            </a:lvl3pPr>
            <a:lvl4pPr>
              <a:buNone/>
              <a:defRPr sz="4125" b="1">
                <a:solidFill>
                  <a:srgbClr val="FFFFFF"/>
                </a:solidFill>
              </a:defRPr>
            </a:lvl4pPr>
            <a:lvl5pPr>
              <a:buNone/>
              <a:defRPr sz="4125" b="1">
                <a:solidFill>
                  <a:srgbClr val="FFFFFF"/>
                </a:solidFill>
              </a:defRPr>
            </a:lvl5pPr>
            <a:lvl6pPr>
              <a:buNone/>
              <a:defRPr sz="4125" b="1">
                <a:solidFill>
                  <a:srgbClr val="FFFFFF"/>
                </a:solidFill>
              </a:defRPr>
            </a:lvl6pPr>
            <a:lvl7pPr>
              <a:buNone/>
              <a:defRPr sz="4125" b="1">
                <a:solidFill>
                  <a:srgbClr val="FFFFFF"/>
                </a:solidFill>
              </a:defRPr>
            </a:lvl7pPr>
            <a:lvl8pPr>
              <a:buNone/>
              <a:defRPr sz="4125" b="1">
                <a:solidFill>
                  <a:srgbClr val="FFFFFF"/>
                </a:solidFill>
              </a:defRPr>
            </a:lvl8pPr>
            <a:lvl9pPr>
              <a:buNone/>
              <a:defRPr sz="4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ಕನ್ನಡದ ಬೇರು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79D01-9BF4-4CA0-AA6E-F11B6B42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9A72E"/>
                </a:solidFill>
              </a:defRPr>
            </a:defPPr>
            <a:lvl1pPr>
              <a:buNone/>
              <a:defRPr sz="2850" b="1">
                <a:solidFill>
                  <a:srgbClr val="D9A72E"/>
                </a:solidFill>
              </a:defRPr>
            </a:lvl1pPr>
            <a:lvl2pPr>
              <a:buNone/>
              <a:defRPr sz="2850" b="1">
                <a:solidFill>
                  <a:srgbClr val="D9A72E"/>
                </a:solidFill>
              </a:defRPr>
            </a:lvl2pPr>
            <a:lvl3pPr>
              <a:buNone/>
              <a:defRPr sz="2850" b="1">
                <a:solidFill>
                  <a:srgbClr val="D9A72E"/>
                </a:solidFill>
              </a:defRPr>
            </a:lvl3pPr>
            <a:lvl4pPr>
              <a:buNone/>
              <a:defRPr sz="2850" b="1">
                <a:solidFill>
                  <a:srgbClr val="D9A72E"/>
                </a:solidFill>
              </a:defRPr>
            </a:lvl4pPr>
            <a:lvl5pPr>
              <a:buNone/>
              <a:defRPr sz="2850" b="1">
                <a:solidFill>
                  <a:srgbClr val="D9A72E"/>
                </a:solidFill>
              </a:defRPr>
            </a:lvl5pPr>
            <a:lvl6pPr>
              <a:buNone/>
              <a:defRPr sz="2850" b="1">
                <a:solidFill>
                  <a:srgbClr val="D9A72E"/>
                </a:solidFill>
              </a:defRPr>
            </a:lvl6pPr>
            <a:lvl7pPr>
              <a:buNone/>
              <a:defRPr sz="2850" b="1">
                <a:solidFill>
                  <a:srgbClr val="D9A72E"/>
                </a:solidFill>
              </a:defRPr>
            </a:lvl7pPr>
            <a:lvl8pPr>
              <a:buNone/>
              <a:defRPr sz="2850" b="1">
                <a:solidFill>
                  <a:srgbClr val="D9A72E"/>
                </a:solidFill>
              </a:defRPr>
            </a:lvl8pPr>
            <a:lvl9pPr>
              <a:buNone/>
              <a:defRPr sz="285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D9A72E"/>
                </a:solidFill>
              </a:defRPr>
            </a:pPr>
            <a:r>
              <a:rPr sz="2850" b="1">
                <a:solidFill>
                  <a:srgbClr val="D9A72E"/>
                </a:solidFill>
              </a:rPr>
              <a:t>A language survives when people can find their own place inside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E11D-C842-4E5B-8647-70B92EB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F3DCCF"/>
                </a:solidFill>
              </a:defRPr>
            </a:defPPr>
            <a:lvl1pPr>
              <a:buNone/>
              <a:defRPr sz="1650">
                <a:solidFill>
                  <a:srgbClr val="F3DCCF"/>
                </a:solidFill>
              </a:defRPr>
            </a:lvl1pPr>
            <a:lvl2pPr>
              <a:buNone/>
              <a:defRPr sz="1650">
                <a:solidFill>
                  <a:srgbClr val="F3DCCF"/>
                </a:solidFill>
              </a:defRPr>
            </a:lvl2pPr>
            <a:lvl3pPr>
              <a:buNone/>
              <a:defRPr sz="1650">
                <a:solidFill>
                  <a:srgbClr val="F3DCCF"/>
                </a:solidFill>
              </a:defRPr>
            </a:lvl3pPr>
            <a:lvl4pPr>
              <a:buNone/>
              <a:defRPr sz="1650">
                <a:solidFill>
                  <a:srgbClr val="F3DCCF"/>
                </a:solidFill>
              </a:defRPr>
            </a:lvl4pPr>
            <a:lvl5pPr>
              <a:buNone/>
              <a:defRPr sz="1650">
                <a:solidFill>
                  <a:srgbClr val="F3DCCF"/>
                </a:solidFill>
              </a:defRPr>
            </a:lvl5pPr>
            <a:lvl6pPr>
              <a:buNone/>
              <a:defRPr sz="1650">
                <a:solidFill>
                  <a:srgbClr val="F3DCCF"/>
                </a:solidFill>
              </a:defRPr>
            </a:lvl6pPr>
            <a:lvl7pPr>
              <a:buNone/>
              <a:defRPr sz="1650">
                <a:solidFill>
                  <a:srgbClr val="F3DCCF"/>
                </a:solidFill>
              </a:defRPr>
            </a:lvl7pPr>
            <a:lvl8pPr>
              <a:buNone/>
              <a:defRPr sz="1650">
                <a:solidFill>
                  <a:srgbClr val="F3DCCF"/>
                </a:solidFill>
              </a:defRPr>
            </a:lvl8pPr>
            <a:lvl9pPr>
              <a:buNone/>
              <a:defRPr sz="1650">
                <a:solidFill>
                  <a:srgbClr val="F3DCCF"/>
                </a:solidFill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3DCCF"/>
                </a:solidFill>
              </a:defRPr>
            </a:pPr>
            <a:r>
              <a:rPr sz="1650">
                <a:solidFill>
                  <a:srgbClr val="F3DCCF"/>
                </a:solidFill>
              </a:rPr>
              <a:t>Kannadada Beru lets people across Karnataka discover a familiar word, understand its story and add the living voice that carries it forward.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56BC3-2162-48BF-AD20-736F30B38F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820d2ef3548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1666875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805A5-2D05-4438-8E3C-8B42EB11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A72E"/>
                </a:solidFill>
              </a:defRPr>
            </a:defPPr>
            <a:lvl1pPr>
              <a:buNone/>
              <a:defRPr sz="1050" b="1">
                <a:solidFill>
                  <a:srgbClr val="D9A72E"/>
                </a:solidFill>
              </a:defRPr>
            </a:lvl1pPr>
            <a:lvl2pPr>
              <a:buNone/>
              <a:defRPr sz="1050" b="1">
                <a:solidFill>
                  <a:srgbClr val="D9A72E"/>
                </a:solidFill>
              </a:defRPr>
            </a:lvl2pPr>
            <a:lvl3pPr>
              <a:buNone/>
              <a:defRPr sz="1050" b="1">
                <a:solidFill>
                  <a:srgbClr val="D9A72E"/>
                </a:solidFill>
              </a:defRPr>
            </a:lvl3pPr>
            <a:lvl4pPr>
              <a:buNone/>
              <a:defRPr sz="1050" b="1">
                <a:solidFill>
                  <a:srgbClr val="D9A72E"/>
                </a:solidFill>
              </a:defRPr>
            </a:lvl4pPr>
            <a:lvl5pPr>
              <a:buNone/>
              <a:defRPr sz="1050" b="1">
                <a:solidFill>
                  <a:srgbClr val="D9A72E"/>
                </a:solidFill>
              </a:defRPr>
            </a:lvl5pPr>
            <a:lvl6pPr>
              <a:buNone/>
              <a:defRPr sz="1050" b="1">
                <a:solidFill>
                  <a:srgbClr val="D9A72E"/>
                </a:solidFill>
              </a:defRPr>
            </a:lvl6pPr>
            <a:lvl7pPr>
              <a:buNone/>
              <a:defRPr sz="1050" b="1">
                <a:solidFill>
                  <a:srgbClr val="D9A72E"/>
                </a:solidFill>
              </a:defRPr>
            </a:lvl7pPr>
            <a:lvl8pPr>
              <a:buNone/>
              <a:defRPr sz="1050" b="1">
                <a:solidFill>
                  <a:srgbClr val="D9A72E"/>
                </a:solidFill>
              </a:defRPr>
            </a:lvl8pPr>
            <a:lvl9pPr>
              <a:buNone/>
              <a:defRPr sz="105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D9A72E"/>
                </a:solidFill>
              </a:defRPr>
            </a:pPr>
            <a:r>
              <a:rPr sz="1050" b="1">
                <a:solidFill>
                  <a:srgbClr val="D9A72E"/>
                </a:solidFill>
              </a:rPr>
              <a:t>Live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6BA9F-5423-4EEF-A6D6-303E594C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FFFFF"/>
                </a:solidFill>
              </a:defRPr>
            </a:defPPr>
            <a:lvl1pPr>
              <a:buNone/>
              <a:defRPr sz="1350">
                <a:solidFill>
                  <a:srgbClr val="FFFFFF"/>
                </a:solidFill>
              </a:defRPr>
            </a:lvl1pPr>
            <a:lvl2pPr>
              <a:buNone/>
              <a:defRPr sz="1350">
                <a:solidFill>
                  <a:srgbClr val="FFFFFF"/>
                </a:solidFill>
              </a:defRPr>
            </a:lvl2pPr>
            <a:lvl3pPr>
              <a:buNone/>
              <a:defRPr sz="1350">
                <a:solidFill>
                  <a:srgbClr val="FFFFFF"/>
                </a:solidFill>
              </a:defRPr>
            </a:lvl3pPr>
            <a:lvl4pPr>
              <a:buNone/>
              <a:defRPr sz="1350">
                <a:solidFill>
                  <a:srgbClr val="FFFFFF"/>
                </a:solidFill>
              </a:defRPr>
            </a:lvl4pPr>
            <a:lvl5pPr>
              <a:buNone/>
              <a:defRPr sz="1350">
                <a:solidFill>
                  <a:srgbClr val="FFFFFF"/>
                </a:solidFill>
              </a:defRPr>
            </a:lvl5pPr>
            <a:lvl6pPr>
              <a:buNone/>
              <a:defRPr sz="1350">
                <a:solidFill>
                  <a:srgbClr val="FFFFFF"/>
                </a:solidFill>
              </a:defRPr>
            </a:lvl6pPr>
            <a:lvl7pPr>
              <a:buNone/>
              <a:defRPr sz="1350">
                <a:solidFill>
                  <a:srgbClr val="FFFFFF"/>
                </a:solidFill>
              </a:defRPr>
            </a:lvl7pPr>
            <a:lvl8pPr>
              <a:buNone/>
              <a:defRPr sz="1350">
                <a:solidFill>
                  <a:srgbClr val="FFFFFF"/>
                </a:solidFill>
              </a:defRPr>
            </a:lvl8pPr>
            <a:lvl9pPr>
              <a:buNone/>
              <a:defRPr sz="13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kannadada-beru.vercel.app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A150E-6985-4144-9AB8-F7AAEA1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9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A72E"/>
                </a:solidFill>
              </a:defRPr>
            </a:defPPr>
            <a:lvl1pPr>
              <a:buNone/>
              <a:defRPr sz="1050" b="1">
                <a:solidFill>
                  <a:srgbClr val="D9A72E"/>
                </a:solidFill>
              </a:defRPr>
            </a:lvl1pPr>
            <a:lvl2pPr>
              <a:buNone/>
              <a:defRPr sz="1050" b="1">
                <a:solidFill>
                  <a:srgbClr val="D9A72E"/>
                </a:solidFill>
              </a:defRPr>
            </a:lvl2pPr>
            <a:lvl3pPr>
              <a:buNone/>
              <a:defRPr sz="1050" b="1">
                <a:solidFill>
                  <a:srgbClr val="D9A72E"/>
                </a:solidFill>
              </a:defRPr>
            </a:lvl3pPr>
            <a:lvl4pPr>
              <a:buNone/>
              <a:defRPr sz="1050" b="1">
                <a:solidFill>
                  <a:srgbClr val="D9A72E"/>
                </a:solidFill>
              </a:defRPr>
            </a:lvl4pPr>
            <a:lvl5pPr>
              <a:buNone/>
              <a:defRPr sz="1050" b="1">
                <a:solidFill>
                  <a:srgbClr val="D9A72E"/>
                </a:solidFill>
              </a:defRPr>
            </a:lvl5pPr>
            <a:lvl6pPr>
              <a:buNone/>
              <a:defRPr sz="1050" b="1">
                <a:solidFill>
                  <a:srgbClr val="D9A72E"/>
                </a:solidFill>
              </a:defRPr>
            </a:lvl6pPr>
            <a:lvl7pPr>
              <a:buNone/>
              <a:defRPr sz="1050" b="1">
                <a:solidFill>
                  <a:srgbClr val="D9A72E"/>
                </a:solidFill>
              </a:defRPr>
            </a:lvl7pPr>
            <a:lvl8pPr>
              <a:buNone/>
              <a:defRPr sz="1050" b="1">
                <a:solidFill>
                  <a:srgbClr val="D9A72E"/>
                </a:solidFill>
              </a:defRPr>
            </a:lvl8pPr>
            <a:lvl9pPr>
              <a:buNone/>
              <a:defRPr sz="105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D9A72E"/>
                </a:solidFill>
              </a:defRPr>
            </a:pPr>
            <a:r>
              <a:rPr sz="1050" b="1">
                <a:solidFill>
                  <a:srgbClr val="D9A72E"/>
                </a:solidFill>
              </a:rPr>
              <a:t>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06A2B-6736-40B2-90EC-7A73C9A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959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FFFFF"/>
                </a:solidFill>
              </a:defRPr>
            </a:defPPr>
            <a:lvl1pPr>
              <a:buNone/>
              <a:defRPr sz="1350">
                <a:solidFill>
                  <a:srgbClr val="FFFFFF"/>
                </a:solidFill>
              </a:defRPr>
            </a:lvl1pPr>
            <a:lvl2pPr>
              <a:buNone/>
              <a:defRPr sz="1350">
                <a:solidFill>
                  <a:srgbClr val="FFFFFF"/>
                </a:solidFill>
              </a:defRPr>
            </a:lvl2pPr>
            <a:lvl3pPr>
              <a:buNone/>
              <a:defRPr sz="1350">
                <a:solidFill>
                  <a:srgbClr val="FFFFFF"/>
                </a:solidFill>
              </a:defRPr>
            </a:lvl3pPr>
            <a:lvl4pPr>
              <a:buNone/>
              <a:defRPr sz="1350">
                <a:solidFill>
                  <a:srgbClr val="FFFFFF"/>
                </a:solidFill>
              </a:defRPr>
            </a:lvl4pPr>
            <a:lvl5pPr>
              <a:buNone/>
              <a:defRPr sz="1350">
                <a:solidFill>
                  <a:srgbClr val="FFFFFF"/>
                </a:solidFill>
              </a:defRPr>
            </a:lvl5pPr>
            <a:lvl6pPr>
              <a:buNone/>
              <a:defRPr sz="1350">
                <a:solidFill>
                  <a:srgbClr val="FFFFFF"/>
                </a:solidFill>
              </a:defRPr>
            </a:lvl6pPr>
            <a:lvl7pPr>
              <a:buNone/>
              <a:defRPr sz="1350">
                <a:solidFill>
                  <a:srgbClr val="FFFFFF"/>
                </a:solidFill>
              </a:defRPr>
            </a:lvl7pPr>
            <a:lvl8pPr>
              <a:buNone/>
              <a:defRPr sz="1350">
                <a:solidFill>
                  <a:srgbClr val="FFFFFF"/>
                </a:solidFill>
              </a:defRPr>
            </a:lvl8pPr>
            <a:lvl9pPr>
              <a:buNone/>
              <a:defRPr sz="13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github.com/DSGAMING98/kannadada-beru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4BEE6-568E-440A-B40B-9DFE3FF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A72E"/>
                </a:solidFill>
              </a:defRPr>
            </a:defPPr>
            <a:lvl1pPr>
              <a:buNone/>
              <a:defRPr sz="1350" b="1">
                <a:solidFill>
                  <a:srgbClr val="D9A72E"/>
                </a:solidFill>
              </a:defRPr>
            </a:lvl1pPr>
            <a:lvl2pPr>
              <a:buNone/>
              <a:defRPr sz="1350" b="1">
                <a:solidFill>
                  <a:srgbClr val="D9A72E"/>
                </a:solidFill>
              </a:defRPr>
            </a:lvl2pPr>
            <a:lvl3pPr>
              <a:buNone/>
              <a:defRPr sz="1350" b="1">
                <a:solidFill>
                  <a:srgbClr val="D9A72E"/>
                </a:solidFill>
              </a:defRPr>
            </a:lvl3pPr>
            <a:lvl4pPr>
              <a:buNone/>
              <a:defRPr sz="1350" b="1">
                <a:solidFill>
                  <a:srgbClr val="D9A72E"/>
                </a:solidFill>
              </a:defRPr>
            </a:lvl4pPr>
            <a:lvl5pPr>
              <a:buNone/>
              <a:defRPr sz="1350" b="1">
                <a:solidFill>
                  <a:srgbClr val="D9A72E"/>
                </a:solidFill>
              </a:defRPr>
            </a:lvl5pPr>
            <a:lvl6pPr>
              <a:buNone/>
              <a:defRPr sz="1350" b="1">
                <a:solidFill>
                  <a:srgbClr val="D9A72E"/>
                </a:solidFill>
              </a:defRPr>
            </a:lvl6pPr>
            <a:lvl7pPr>
              <a:buNone/>
              <a:defRPr sz="1350" b="1">
                <a:solidFill>
                  <a:srgbClr val="D9A72E"/>
                </a:solidFill>
              </a:defRPr>
            </a:lvl7pPr>
            <a:lvl8pPr>
              <a:buNone/>
              <a:defRPr sz="1350" b="1">
                <a:solidFill>
                  <a:srgbClr val="D9A72E"/>
                </a:solidFill>
              </a:defRPr>
            </a:lvl8pPr>
            <a:lvl9pPr>
              <a:buNone/>
              <a:defRPr sz="1350" b="1">
                <a:solidFill>
                  <a:srgbClr val="D9A72E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D9A72E"/>
                </a:solidFill>
              </a:defRPr>
            </a:pPr>
            <a:r>
              <a:rPr sz="1350" b="1">
                <a:solidFill>
                  <a:srgbClr val="D9A72E"/>
                </a:solidFill>
              </a:rPr>
              <a:t>ನಮ್ಮ ನುಡಿ · ನಮ್ಮ ಬೇರು · ನಮ್ಮ ಹೆಮ್ಮೆ</a:t>
            </a:r>
          </a:p>
        </p:txBody>
      </p:sp>
    </p:spTree>
    <p:extLst>
      <p:ext uri="{BB962C8B-B14F-4D97-AF65-F5344CB8AC3E}">
        <p14:creationId xmlns:p14="http://schemas.microsoft.com/office/powerpoint/2010/main" val="923648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2026-10-22T15:30:10.8230000Z</dcterms:created>
  <dcterms:modified xsi:type="dcterms:W3CDTF">2026-10-22T15:30:10.8230000Z</dcterms:modified>
</coreProperties>
</file>